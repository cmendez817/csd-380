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AA1BF-94DA-33A5-F1D9-B9FA2A8A2C9E}" v="2291" dt="2026-02-15T16:40:51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93743-65D2-71B9-FD25-7736D1232373}"/>
              </a:ext>
            </a:extLst>
          </p:cNvPr>
          <p:cNvSpPr txBox="1"/>
          <p:nvPr/>
        </p:nvSpPr>
        <p:spPr>
          <a:xfrm>
            <a:off x="3148956" y="521483"/>
            <a:ext cx="564605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Cameron Mendez</a:t>
            </a:r>
          </a:p>
          <a:p>
            <a:pPr algn="ctr"/>
            <a:r>
              <a:rPr lang="en-US"/>
              <a:t>CSD-380 DevOps</a:t>
            </a:r>
          </a:p>
          <a:p>
            <a:pPr algn="ctr"/>
            <a:r>
              <a:rPr lang="en-US"/>
              <a:t>Module-5.2</a:t>
            </a:r>
            <a:endParaRPr lang="en-US" dirty="0"/>
          </a:p>
          <a:p>
            <a:pPr algn="ctr"/>
            <a:r>
              <a:rPr lang="en-US"/>
              <a:t>02/15/2026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0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18093A9-148F-C032-017F-CC4A43F0DE90}"/>
              </a:ext>
            </a:extLst>
          </p:cNvPr>
          <p:cNvSpPr txBox="1"/>
          <p:nvPr/>
        </p:nvSpPr>
        <p:spPr>
          <a:xfrm>
            <a:off x="299735" y="-5066"/>
            <a:ext cx="2138112" cy="68753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8A197-8EF3-A595-088E-67E0D083D87E}"/>
              </a:ext>
            </a:extLst>
          </p:cNvPr>
          <p:cNvSpPr txBox="1"/>
          <p:nvPr/>
        </p:nvSpPr>
        <p:spPr>
          <a:xfrm>
            <a:off x="2596620" y="-5066"/>
            <a:ext cx="2127227" cy="68753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99530-F526-2A2D-1526-E1498A6A9135}"/>
              </a:ext>
            </a:extLst>
          </p:cNvPr>
          <p:cNvSpPr txBox="1"/>
          <p:nvPr/>
        </p:nvSpPr>
        <p:spPr>
          <a:xfrm>
            <a:off x="9345763" y="-15952"/>
            <a:ext cx="2138112" cy="68753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D05F43-D3D7-18B0-5913-FDBC2EDF937D}"/>
              </a:ext>
            </a:extLst>
          </p:cNvPr>
          <p:cNvSpPr txBox="1"/>
          <p:nvPr/>
        </p:nvSpPr>
        <p:spPr>
          <a:xfrm>
            <a:off x="7092420" y="-15953"/>
            <a:ext cx="2138112" cy="68753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981717-B47B-EEB5-A643-66888ADA38A9}"/>
              </a:ext>
            </a:extLst>
          </p:cNvPr>
          <p:cNvSpPr txBox="1"/>
          <p:nvPr/>
        </p:nvSpPr>
        <p:spPr>
          <a:xfrm>
            <a:off x="4817306" y="-15952"/>
            <a:ext cx="2138112" cy="68753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81F7F-3FEB-DAC1-130F-513C35625678}"/>
              </a:ext>
            </a:extLst>
          </p:cNvPr>
          <p:cNvSpPr txBox="1"/>
          <p:nvPr/>
        </p:nvSpPr>
        <p:spPr>
          <a:xfrm>
            <a:off x="550156" y="375716"/>
            <a:ext cx="1757816" cy="7245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14406-5176-1E32-1FEF-5F61BFAEAA09}"/>
              </a:ext>
            </a:extLst>
          </p:cNvPr>
          <p:cNvSpPr txBox="1"/>
          <p:nvPr/>
        </p:nvSpPr>
        <p:spPr>
          <a:xfrm>
            <a:off x="2718099" y="378580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UNPACK 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F3321-CCDD-F050-B261-1FFF567A6EC9}"/>
              </a:ext>
            </a:extLst>
          </p:cNvPr>
          <p:cNvSpPr txBox="1"/>
          <p:nvPr/>
        </p:nvSpPr>
        <p:spPr>
          <a:xfrm>
            <a:off x="4961169" y="378580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BUILD &amp; LIGHT</a:t>
            </a:r>
          </a:p>
          <a:p>
            <a:pPr algn="ctr"/>
            <a:r>
              <a:rPr lang="en-US" dirty="0"/>
              <a:t>CAMPFIRE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69F63-29DC-F799-0005-A03BBD0F0B4C}"/>
              </a:ext>
            </a:extLst>
          </p:cNvPr>
          <p:cNvSpPr txBox="1"/>
          <p:nvPr/>
        </p:nvSpPr>
        <p:spPr>
          <a:xfrm>
            <a:off x="7236437" y="378580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DEPLOY</a:t>
            </a:r>
          </a:p>
          <a:p>
            <a:pPr algn="ctr"/>
            <a:r>
              <a:rPr lang="en-US" dirty="0"/>
              <a:t>CAMP GRILLs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0A0B0-A813-4996-5FB5-2B7CF9A1AD29}"/>
              </a:ext>
            </a:extLst>
          </p:cNvPr>
          <p:cNvSpPr txBox="1"/>
          <p:nvPr/>
        </p:nvSpPr>
        <p:spPr>
          <a:xfrm>
            <a:off x="9490240" y="378580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COOK</a:t>
            </a:r>
          </a:p>
          <a:p>
            <a:pPr algn="ctr"/>
            <a:r>
              <a:rPr lang="en-US" dirty="0"/>
              <a:t>DINNER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38F45-75DF-5E71-1117-B94923AF3DD5}"/>
              </a:ext>
            </a:extLst>
          </p:cNvPr>
          <p:cNvSpPr txBox="1"/>
          <p:nvPr/>
        </p:nvSpPr>
        <p:spPr>
          <a:xfrm>
            <a:off x="453564" y="378580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ENTER PARK GATE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D870-1088-2927-AE05-322000DD5391}"/>
              </a:ext>
            </a:extLst>
          </p:cNvPr>
          <p:cNvSpPr txBox="1"/>
          <p:nvPr/>
        </p:nvSpPr>
        <p:spPr>
          <a:xfrm>
            <a:off x="453563" y="1494749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PARK @ TRAIL HEAD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3B364-08AB-75A8-B845-4F6E4ED1C157}"/>
              </a:ext>
            </a:extLst>
          </p:cNvPr>
          <p:cNvSpPr txBox="1"/>
          <p:nvPr/>
        </p:nvSpPr>
        <p:spPr>
          <a:xfrm>
            <a:off x="453564" y="2578721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HIKE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86014A-4031-6643-BAC5-47988D713EBA}"/>
              </a:ext>
            </a:extLst>
          </p:cNvPr>
          <p:cNvSpPr txBox="1"/>
          <p:nvPr/>
        </p:nvSpPr>
        <p:spPr>
          <a:xfrm>
            <a:off x="442831" y="3426580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FIND FLAT AREA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77D27B-9D6D-58E4-D3CD-22FF41537F2E}"/>
              </a:ext>
            </a:extLst>
          </p:cNvPr>
          <p:cNvSpPr txBox="1"/>
          <p:nvPr/>
        </p:nvSpPr>
        <p:spPr>
          <a:xfrm>
            <a:off x="442831" y="4381763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CLEAR DEBRIS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A8B790-D8AF-EBE2-4CA8-46031E9DF2E9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383750" y="1030533"/>
            <a:ext cx="36058" cy="44549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B23A06-3C84-D4EF-A4F9-EC68490AE3CB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297891" y="2125237"/>
            <a:ext cx="36058" cy="44549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9B0E53C-60F0-A0C3-06A1-01A3A334784B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287158" y="2973096"/>
            <a:ext cx="36058" cy="44549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C33825-8562-BDEE-5B8D-1D8D182943D6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287158" y="3810223"/>
            <a:ext cx="46790" cy="574284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4A8AA71-C487-E219-3B2F-51C917E026C9}"/>
              </a:ext>
            </a:extLst>
          </p:cNvPr>
          <p:cNvCxnSpPr/>
          <p:nvPr/>
        </p:nvCxnSpPr>
        <p:spPr>
          <a:xfrm flipV="1">
            <a:off x="2307760" y="569330"/>
            <a:ext cx="409977" cy="40010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20B8427-760A-E4C7-6F84-ABC012F53240}"/>
              </a:ext>
            </a:extLst>
          </p:cNvPr>
          <p:cNvSpPr txBox="1"/>
          <p:nvPr/>
        </p:nvSpPr>
        <p:spPr>
          <a:xfrm>
            <a:off x="2728831" y="1258636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PITCH</a:t>
            </a:r>
          </a:p>
          <a:p>
            <a:pPr algn="ctr"/>
            <a:r>
              <a:rPr lang="en-US" dirty="0"/>
              <a:t>TENT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EA853E-32A0-D8EB-22BE-B1184A6F3F18}"/>
              </a:ext>
            </a:extLst>
          </p:cNvPr>
          <p:cNvSpPr txBox="1"/>
          <p:nvPr/>
        </p:nvSpPr>
        <p:spPr>
          <a:xfrm>
            <a:off x="2728831" y="2321143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ROLL OUT SLEEPING BAGS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5A7A56-1B64-1C8D-41A1-84AA567AF967}"/>
              </a:ext>
            </a:extLst>
          </p:cNvPr>
          <p:cNvSpPr txBox="1"/>
          <p:nvPr/>
        </p:nvSpPr>
        <p:spPr>
          <a:xfrm>
            <a:off x="2718099" y="3415848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ROLL OUT DOG PAD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DA38382-53C3-CE0A-A539-CE2CAE5D12BD}"/>
              </a:ext>
            </a:extLst>
          </p:cNvPr>
          <p:cNvCxnSpPr>
            <a:cxnSpLocks noChangeAspect="1"/>
          </p:cNvCxnSpPr>
          <p:nvPr/>
        </p:nvCxnSpPr>
        <p:spPr>
          <a:xfrm>
            <a:off x="3652146" y="762223"/>
            <a:ext cx="17603" cy="488425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FC490B-67D9-234C-9314-619D9E4E0035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3648285" y="1910589"/>
            <a:ext cx="3862" cy="424031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42CBFA-5ED6-B0A3-B371-6B271DED4727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3637552" y="2973096"/>
            <a:ext cx="36058" cy="44549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E45C2A2-FBE4-5A36-79F7-6485454581E5}"/>
              </a:ext>
            </a:extLst>
          </p:cNvPr>
          <p:cNvCxnSpPr>
            <a:cxnSpLocks/>
          </p:cNvCxnSpPr>
          <p:nvPr/>
        </p:nvCxnSpPr>
        <p:spPr>
          <a:xfrm flipV="1">
            <a:off x="4593761" y="730316"/>
            <a:ext cx="377780" cy="30029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AAF41AF-DFC4-3287-BFDB-4EFAA164C7D3}"/>
              </a:ext>
            </a:extLst>
          </p:cNvPr>
          <p:cNvSpPr txBox="1"/>
          <p:nvPr/>
        </p:nvSpPr>
        <p:spPr>
          <a:xfrm>
            <a:off x="4961169" y="1537679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GATHER WOOD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F00747-4664-B8EE-8A29-4340604DC8ED}"/>
              </a:ext>
            </a:extLst>
          </p:cNvPr>
          <p:cNvSpPr txBox="1"/>
          <p:nvPr/>
        </p:nvSpPr>
        <p:spPr>
          <a:xfrm>
            <a:off x="4971901" y="2321142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BUILD FIRE PIT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676410-54B0-9F44-6A27-24F13EE7F06B}"/>
              </a:ext>
            </a:extLst>
          </p:cNvPr>
          <p:cNvSpPr txBox="1"/>
          <p:nvPr/>
        </p:nvSpPr>
        <p:spPr>
          <a:xfrm>
            <a:off x="4961169" y="3426579"/>
            <a:ext cx="1851745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PLACE TINDER &amp; LIGHT FIRE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602CBA-6E59-196E-D4B9-42049BBE670C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5891355" y="1019800"/>
            <a:ext cx="14594" cy="520623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62862C-F854-82F4-2C42-22CC4E073E54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5891355" y="1921321"/>
            <a:ext cx="3862" cy="424031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9E091C5-E60D-5287-7C19-9CC873B94E60}"/>
              </a:ext>
            </a:extLst>
          </p:cNvPr>
          <p:cNvCxnSpPr>
            <a:cxnSpLocks noChangeAspect="1"/>
          </p:cNvCxnSpPr>
          <p:nvPr/>
        </p:nvCxnSpPr>
        <p:spPr>
          <a:xfrm>
            <a:off x="5884483" y="2704786"/>
            <a:ext cx="6871" cy="692341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7CC90F0-326D-D363-2A07-6ECE6B5E5C78}"/>
              </a:ext>
            </a:extLst>
          </p:cNvPr>
          <p:cNvCxnSpPr>
            <a:cxnSpLocks/>
          </p:cNvCxnSpPr>
          <p:nvPr/>
        </p:nvCxnSpPr>
        <p:spPr>
          <a:xfrm flipV="1">
            <a:off x="6815366" y="741048"/>
            <a:ext cx="420709" cy="30029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089A283-9A8D-64D2-9B28-5CA8746088C3}"/>
              </a:ext>
            </a:extLst>
          </p:cNvPr>
          <p:cNvCxnSpPr>
            <a:cxnSpLocks/>
          </p:cNvCxnSpPr>
          <p:nvPr/>
        </p:nvCxnSpPr>
        <p:spPr>
          <a:xfrm flipV="1">
            <a:off x="9101365" y="698118"/>
            <a:ext cx="388513" cy="27560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D7926B4-CF69-E51F-A1F9-3648A4B11DC2}"/>
              </a:ext>
            </a:extLst>
          </p:cNvPr>
          <p:cNvSpPr txBox="1"/>
          <p:nvPr/>
        </p:nvSpPr>
        <p:spPr>
          <a:xfrm>
            <a:off x="7225704" y="1548411"/>
            <a:ext cx="1851745" cy="9233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SET-UP </a:t>
            </a:r>
          </a:p>
          <a:p>
            <a:pPr algn="ctr"/>
            <a:r>
              <a:rPr lang="en-US" dirty="0"/>
              <a:t>FIRE GRILL</a:t>
            </a:r>
          </a:p>
          <a:p>
            <a:pPr algn="ctr"/>
            <a:r>
              <a:rPr lang="en-US" dirty="0"/>
              <a:t>(FOOD)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ED7AD2-6D0F-C762-1A88-720D82C0D20C}"/>
              </a:ext>
            </a:extLst>
          </p:cNvPr>
          <p:cNvSpPr txBox="1"/>
          <p:nvPr/>
        </p:nvSpPr>
        <p:spPr>
          <a:xfrm>
            <a:off x="7236436" y="2868496"/>
            <a:ext cx="1851745" cy="120032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SET-UP </a:t>
            </a:r>
          </a:p>
          <a:p>
            <a:pPr algn="ctr"/>
            <a:r>
              <a:rPr lang="en-US" dirty="0"/>
              <a:t>GAS GRILL/STOVE</a:t>
            </a:r>
          </a:p>
          <a:p>
            <a:pPr algn="ctr"/>
            <a:r>
              <a:rPr lang="en-US" dirty="0"/>
              <a:t>( TEA/COFFEE)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81860B5-24F5-71C8-C859-BFD3654FBC80}"/>
              </a:ext>
            </a:extLst>
          </p:cNvPr>
          <p:cNvCxnSpPr>
            <a:cxnSpLocks noChangeAspect="1"/>
          </p:cNvCxnSpPr>
          <p:nvPr/>
        </p:nvCxnSpPr>
        <p:spPr>
          <a:xfrm>
            <a:off x="8149020" y="2468672"/>
            <a:ext cx="17602" cy="402568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F2A299A-4C4F-9CAD-14AE-47D55092CB33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8145158" y="1019800"/>
            <a:ext cx="14594" cy="520623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D843EBA-05D3-7180-FD8F-9CEB5E4A7E55}"/>
              </a:ext>
            </a:extLst>
          </p:cNvPr>
          <p:cNvSpPr txBox="1"/>
          <p:nvPr/>
        </p:nvSpPr>
        <p:spPr>
          <a:xfrm>
            <a:off x="9490240" y="1548411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MAKE TEA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B8B403-7027-A35E-5C13-357A0554D3CF}"/>
              </a:ext>
            </a:extLst>
          </p:cNvPr>
          <p:cNvSpPr txBox="1"/>
          <p:nvPr/>
        </p:nvSpPr>
        <p:spPr>
          <a:xfrm>
            <a:off x="9490240" y="2439199"/>
            <a:ext cx="1851745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PEACE &amp; QUIET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0165B30-9696-440C-EFB1-4804CC331D46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0409693" y="1910589"/>
            <a:ext cx="14594" cy="520623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AE79F46-C643-A5D0-EECF-71BA4D62C55C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10409693" y="1030532"/>
            <a:ext cx="14594" cy="520623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3B02417-2E81-DB03-D3B6-488802379B6F}"/>
              </a:ext>
            </a:extLst>
          </p:cNvPr>
          <p:cNvSpPr txBox="1"/>
          <p:nvPr/>
        </p:nvSpPr>
        <p:spPr>
          <a:xfrm>
            <a:off x="2900555" y="5685294"/>
            <a:ext cx="15243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SET-UP TENT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4AA2AF-977D-1CAA-CD8A-2C98D65AD8E8}"/>
              </a:ext>
            </a:extLst>
          </p:cNvPr>
          <p:cNvSpPr txBox="1"/>
          <p:nvPr/>
        </p:nvSpPr>
        <p:spPr>
          <a:xfrm>
            <a:off x="603822" y="5685294"/>
            <a:ext cx="15243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FIND CAMPSITE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371273-D4B7-8FE9-DFAF-3BEC7DC5D305}"/>
              </a:ext>
            </a:extLst>
          </p:cNvPr>
          <p:cNvSpPr txBox="1"/>
          <p:nvPr/>
        </p:nvSpPr>
        <p:spPr>
          <a:xfrm>
            <a:off x="5132893" y="5685294"/>
            <a:ext cx="15243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START CAMPFIRE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9ACAB0-6BF6-4C91-323A-E8208EA732DF}"/>
              </a:ext>
            </a:extLst>
          </p:cNvPr>
          <p:cNvSpPr txBox="1"/>
          <p:nvPr/>
        </p:nvSpPr>
        <p:spPr>
          <a:xfrm>
            <a:off x="9715625" y="5685294"/>
            <a:ext cx="152433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EAT DINNER &amp;</a:t>
            </a:r>
          </a:p>
          <a:p>
            <a:pPr algn="ctr"/>
            <a:r>
              <a:rPr lang="en-US" dirty="0"/>
              <a:t>ENJOY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B3BAD9-65F5-4C81-72B1-63115617E591}"/>
              </a:ext>
            </a:extLst>
          </p:cNvPr>
          <p:cNvSpPr txBox="1"/>
          <p:nvPr/>
        </p:nvSpPr>
        <p:spPr>
          <a:xfrm>
            <a:off x="7397428" y="5685293"/>
            <a:ext cx="152433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SET-UP CAMP</a:t>
            </a:r>
          </a:p>
          <a:p>
            <a:pPr algn="ctr"/>
            <a:r>
              <a:rPr lang="en-US" dirty="0"/>
              <a:t>KITCHEN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50D041-4CCD-2DBD-ADF7-8E67F0FBAA8B}"/>
              </a:ext>
            </a:extLst>
          </p:cNvPr>
          <p:cNvSpPr txBox="1"/>
          <p:nvPr/>
        </p:nvSpPr>
        <p:spPr>
          <a:xfrm>
            <a:off x="4272150" y="190541"/>
            <a:ext cx="34598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ESTIMATED AVERAGE FLOW TIME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374BE6-DD74-6A52-A237-F5398B48F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280185"/>
              </p:ext>
            </p:extLst>
          </p:nvPr>
        </p:nvGraphicFramePr>
        <p:xfrm>
          <a:off x="2011680" y="722376"/>
          <a:ext cx="81626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8309">
                  <a:extLst>
                    <a:ext uri="{9D8B030D-6E8A-4147-A177-3AD203B41FA5}">
                      <a16:colId xmlns:a16="http://schemas.microsoft.com/office/drawing/2014/main" val="238839268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768626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FIND CAMPSITE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(Avg. 180 mins.) - </a:t>
                      </a:r>
                      <a:r>
                        <a:rPr lang="en-US" sz="1800" b="0" i="1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Times will vary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SET-UP TENT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mins.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042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 CAMPFIRE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 mins. - 60 mins. (</a:t>
                      </a:r>
                      <a:r>
                        <a:rPr lang="en-US" i="1" dirty="0"/>
                        <a:t>weather effected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6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SET-UP CAMP KITCHEN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mins.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92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EAT DINNER &amp; ENJOY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 mins.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703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7E7842-D7FF-35BF-238E-9AB8E73F241A}"/>
              </a:ext>
            </a:extLst>
          </p:cNvPr>
          <p:cNvSpPr txBox="1"/>
          <p:nvPr/>
        </p:nvSpPr>
        <p:spPr>
          <a:xfrm>
            <a:off x="272529" y="2721987"/>
            <a:ext cx="34793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ESTIMATED TIME CYCLE: 5.5 </a:t>
            </a:r>
            <a:r>
              <a:rPr lang="en-US" dirty="0" err="1"/>
              <a:t>hrs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13098-090D-7BF6-43FC-8942D1E5EEA8}"/>
              </a:ext>
            </a:extLst>
          </p:cNvPr>
          <p:cNvSpPr txBox="1"/>
          <p:nvPr/>
        </p:nvSpPr>
        <p:spPr>
          <a:xfrm>
            <a:off x="1494249" y="3432861"/>
            <a:ext cx="868221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Optimization of Campsite Set-up Routine:</a:t>
            </a:r>
          </a:p>
          <a:p>
            <a:r>
              <a:rPr lang="en-US" sz="1400" dirty="0"/>
              <a:t>Steps 1 and 3 could have varying time frames due to unknown variables that would cause delays resulting non-value added time. To increase efficiency on setting up the tent, I could practice at home on pitching the tent. As well as pack the tent in an organized sequence that allows me to unpack what is needed first. Additionally, having a small amount of fire tinder or a fire starter kit can increase the odds of the campfire igniting successfully the first time. </a:t>
            </a:r>
          </a:p>
        </p:txBody>
      </p:sp>
    </p:spTree>
    <p:extLst>
      <p:ext uri="{BB962C8B-B14F-4D97-AF65-F5344CB8AC3E}">
        <p14:creationId xmlns:p14="http://schemas.microsoft.com/office/powerpoint/2010/main" val="1324661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310</cp:revision>
  <dcterms:created xsi:type="dcterms:W3CDTF">2026-02-15T15:28:44Z</dcterms:created>
  <dcterms:modified xsi:type="dcterms:W3CDTF">2026-02-15T16:41:07Z</dcterms:modified>
</cp:coreProperties>
</file>