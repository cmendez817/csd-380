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A2032-B5A8-75E8-9EE1-EDDDC30296AF}" v="513" dt="2026-02-22T15:52:12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7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7FF54C-77E7-4D8F-9C29-5390E9953B1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0C0B84A-E6FC-4008-80C9-DB5B27E0271B}">
      <dgm:prSet/>
      <dgm:spPr/>
      <dgm:t>
        <a:bodyPr/>
        <a:lstStyle/>
        <a:p>
          <a:r>
            <a:rPr lang="en-US"/>
            <a:t>A way of ensuring 24/7 on-call coverage for critical systems</a:t>
          </a:r>
        </a:p>
      </dgm:t>
    </dgm:pt>
    <dgm:pt modelId="{CF234E56-FABD-4ECD-90DD-A892086F1598}" type="parTrans" cxnId="{D9CB22DA-24D8-4780-A38B-A1C11298E432}">
      <dgm:prSet/>
      <dgm:spPr/>
      <dgm:t>
        <a:bodyPr/>
        <a:lstStyle/>
        <a:p>
          <a:endParaRPr lang="en-US"/>
        </a:p>
      </dgm:t>
    </dgm:pt>
    <dgm:pt modelId="{62269DEC-FECF-42B7-9920-89163F2516DE}" type="sibTrans" cxnId="{D9CB22DA-24D8-4780-A38B-A1C11298E432}">
      <dgm:prSet/>
      <dgm:spPr/>
      <dgm:t>
        <a:bodyPr/>
        <a:lstStyle/>
        <a:p>
          <a:endParaRPr lang="en-US"/>
        </a:p>
      </dgm:t>
    </dgm:pt>
    <dgm:pt modelId="{8B952A0C-2E12-46BB-B7E7-D81ACA48820F}">
      <dgm:prSet/>
      <dgm:spPr/>
      <dgm:t>
        <a:bodyPr/>
        <a:lstStyle/>
        <a:p>
          <a:r>
            <a:rPr lang="en-US"/>
            <a:t>Teams or single members are assigned to defined duty periods</a:t>
          </a:r>
        </a:p>
      </dgm:t>
    </dgm:pt>
    <dgm:pt modelId="{2423756F-F6BD-4CE3-A659-86A4AAD4F6A9}" type="parTrans" cxnId="{93C3D0BD-637A-4E21-A58D-2EAE1105EFC1}">
      <dgm:prSet/>
      <dgm:spPr/>
      <dgm:t>
        <a:bodyPr/>
        <a:lstStyle/>
        <a:p>
          <a:endParaRPr lang="en-US"/>
        </a:p>
      </dgm:t>
    </dgm:pt>
    <dgm:pt modelId="{A79B7A01-DA86-4506-BEF2-A2FBA65938E3}" type="sibTrans" cxnId="{93C3D0BD-637A-4E21-A58D-2EAE1105EFC1}">
      <dgm:prSet/>
      <dgm:spPr/>
      <dgm:t>
        <a:bodyPr/>
        <a:lstStyle/>
        <a:p>
          <a:endParaRPr lang="en-US"/>
        </a:p>
      </dgm:t>
    </dgm:pt>
    <dgm:pt modelId="{7752E708-C3EA-4CB0-8173-DF54A7E528CF}">
      <dgm:prSet/>
      <dgm:spPr/>
      <dgm:t>
        <a:bodyPr/>
        <a:lstStyle/>
        <a:p>
          <a:r>
            <a:rPr lang="en-US"/>
            <a:t>Rotating schedules helps to minimize fatigue and distributes responsibility</a:t>
          </a:r>
        </a:p>
      </dgm:t>
    </dgm:pt>
    <dgm:pt modelId="{0C182B0F-29AB-4FDB-9CBB-F4D2D5CBBAB3}" type="parTrans" cxnId="{3BFE9162-B961-4DFA-A3FE-9BD2BE138E09}">
      <dgm:prSet/>
      <dgm:spPr/>
      <dgm:t>
        <a:bodyPr/>
        <a:lstStyle/>
        <a:p>
          <a:endParaRPr lang="en-US"/>
        </a:p>
      </dgm:t>
    </dgm:pt>
    <dgm:pt modelId="{0A683F15-E654-46D4-A485-D303427A6B91}" type="sibTrans" cxnId="{3BFE9162-B961-4DFA-A3FE-9BD2BE138E09}">
      <dgm:prSet/>
      <dgm:spPr/>
      <dgm:t>
        <a:bodyPr/>
        <a:lstStyle/>
        <a:p>
          <a:endParaRPr lang="en-US"/>
        </a:p>
      </dgm:t>
    </dgm:pt>
    <dgm:pt modelId="{4A6C0696-CBD0-4417-A873-1500CA5A0EAA}" type="pres">
      <dgm:prSet presAssocID="{327FF54C-77E7-4D8F-9C29-5390E9953B18}" presName="vert0" presStyleCnt="0">
        <dgm:presLayoutVars>
          <dgm:dir/>
          <dgm:animOne val="branch"/>
          <dgm:animLvl val="lvl"/>
        </dgm:presLayoutVars>
      </dgm:prSet>
      <dgm:spPr/>
    </dgm:pt>
    <dgm:pt modelId="{3830B081-9194-448F-BC73-1E327145C835}" type="pres">
      <dgm:prSet presAssocID="{80C0B84A-E6FC-4008-80C9-DB5B27E0271B}" presName="thickLine" presStyleLbl="alignNode1" presStyleIdx="0" presStyleCnt="3"/>
      <dgm:spPr/>
    </dgm:pt>
    <dgm:pt modelId="{8C029F62-BBB4-46F9-AA05-7EE36CB65659}" type="pres">
      <dgm:prSet presAssocID="{80C0B84A-E6FC-4008-80C9-DB5B27E0271B}" presName="horz1" presStyleCnt="0"/>
      <dgm:spPr/>
    </dgm:pt>
    <dgm:pt modelId="{612A7940-188E-425D-BCD2-70219949BFF4}" type="pres">
      <dgm:prSet presAssocID="{80C0B84A-E6FC-4008-80C9-DB5B27E0271B}" presName="tx1" presStyleLbl="revTx" presStyleIdx="0" presStyleCnt="3"/>
      <dgm:spPr/>
    </dgm:pt>
    <dgm:pt modelId="{57B02957-7AE9-49F3-84AA-119B064C2B36}" type="pres">
      <dgm:prSet presAssocID="{80C0B84A-E6FC-4008-80C9-DB5B27E0271B}" presName="vert1" presStyleCnt="0"/>
      <dgm:spPr/>
    </dgm:pt>
    <dgm:pt modelId="{459328E3-3B36-4262-A77A-2B2B9387AB2E}" type="pres">
      <dgm:prSet presAssocID="{8B952A0C-2E12-46BB-B7E7-D81ACA48820F}" presName="thickLine" presStyleLbl="alignNode1" presStyleIdx="1" presStyleCnt="3"/>
      <dgm:spPr/>
    </dgm:pt>
    <dgm:pt modelId="{0CDAA620-CD65-43C2-81A1-125600B7C9D4}" type="pres">
      <dgm:prSet presAssocID="{8B952A0C-2E12-46BB-B7E7-D81ACA48820F}" presName="horz1" presStyleCnt="0"/>
      <dgm:spPr/>
    </dgm:pt>
    <dgm:pt modelId="{91A8ABCF-C39C-48AA-8F05-B75687BF96C6}" type="pres">
      <dgm:prSet presAssocID="{8B952A0C-2E12-46BB-B7E7-D81ACA48820F}" presName="tx1" presStyleLbl="revTx" presStyleIdx="1" presStyleCnt="3"/>
      <dgm:spPr/>
    </dgm:pt>
    <dgm:pt modelId="{C3AE2FA0-0970-4CE1-95CE-E24608943A70}" type="pres">
      <dgm:prSet presAssocID="{8B952A0C-2E12-46BB-B7E7-D81ACA48820F}" presName="vert1" presStyleCnt="0"/>
      <dgm:spPr/>
    </dgm:pt>
    <dgm:pt modelId="{57B8C133-E0A6-4828-B94A-A4570DBEC62D}" type="pres">
      <dgm:prSet presAssocID="{7752E708-C3EA-4CB0-8173-DF54A7E528CF}" presName="thickLine" presStyleLbl="alignNode1" presStyleIdx="2" presStyleCnt="3"/>
      <dgm:spPr/>
    </dgm:pt>
    <dgm:pt modelId="{C52CE167-78FC-4BA2-845A-B7AE42048C6E}" type="pres">
      <dgm:prSet presAssocID="{7752E708-C3EA-4CB0-8173-DF54A7E528CF}" presName="horz1" presStyleCnt="0"/>
      <dgm:spPr/>
    </dgm:pt>
    <dgm:pt modelId="{F15368EA-8D15-4162-B744-C902D4940207}" type="pres">
      <dgm:prSet presAssocID="{7752E708-C3EA-4CB0-8173-DF54A7E528CF}" presName="tx1" presStyleLbl="revTx" presStyleIdx="2" presStyleCnt="3"/>
      <dgm:spPr/>
    </dgm:pt>
    <dgm:pt modelId="{B924F178-8CD2-4F1F-9BA5-51BCB1ED4DA7}" type="pres">
      <dgm:prSet presAssocID="{7752E708-C3EA-4CB0-8173-DF54A7E528CF}" presName="vert1" presStyleCnt="0"/>
      <dgm:spPr/>
    </dgm:pt>
  </dgm:ptLst>
  <dgm:cxnLst>
    <dgm:cxn modelId="{0714D31C-1770-4A35-8DE4-77C8EE28F632}" type="presOf" srcId="{80C0B84A-E6FC-4008-80C9-DB5B27E0271B}" destId="{612A7940-188E-425D-BCD2-70219949BFF4}" srcOrd="0" destOrd="0" presId="urn:microsoft.com/office/officeart/2008/layout/LinedList"/>
    <dgm:cxn modelId="{D689DB2A-BAEC-4701-A3AD-851F82496F07}" type="presOf" srcId="{327FF54C-77E7-4D8F-9C29-5390E9953B18}" destId="{4A6C0696-CBD0-4417-A873-1500CA5A0EAA}" srcOrd="0" destOrd="0" presId="urn:microsoft.com/office/officeart/2008/layout/LinedList"/>
    <dgm:cxn modelId="{3BFE9162-B961-4DFA-A3FE-9BD2BE138E09}" srcId="{327FF54C-77E7-4D8F-9C29-5390E9953B18}" destId="{7752E708-C3EA-4CB0-8173-DF54A7E528CF}" srcOrd="2" destOrd="0" parTransId="{0C182B0F-29AB-4FDB-9CBB-F4D2D5CBBAB3}" sibTransId="{0A683F15-E654-46D4-A485-D303427A6B91}"/>
    <dgm:cxn modelId="{415E6585-28B3-424A-84FC-200B7DADCB67}" type="presOf" srcId="{7752E708-C3EA-4CB0-8173-DF54A7E528CF}" destId="{F15368EA-8D15-4162-B744-C902D4940207}" srcOrd="0" destOrd="0" presId="urn:microsoft.com/office/officeart/2008/layout/LinedList"/>
    <dgm:cxn modelId="{9C00619C-63FB-43FF-992A-3D8B70E8C59F}" type="presOf" srcId="{8B952A0C-2E12-46BB-B7E7-D81ACA48820F}" destId="{91A8ABCF-C39C-48AA-8F05-B75687BF96C6}" srcOrd="0" destOrd="0" presId="urn:microsoft.com/office/officeart/2008/layout/LinedList"/>
    <dgm:cxn modelId="{93C3D0BD-637A-4E21-A58D-2EAE1105EFC1}" srcId="{327FF54C-77E7-4D8F-9C29-5390E9953B18}" destId="{8B952A0C-2E12-46BB-B7E7-D81ACA48820F}" srcOrd="1" destOrd="0" parTransId="{2423756F-F6BD-4CE3-A659-86A4AAD4F6A9}" sibTransId="{A79B7A01-DA86-4506-BEF2-A2FBA65938E3}"/>
    <dgm:cxn modelId="{D9CB22DA-24D8-4780-A38B-A1C11298E432}" srcId="{327FF54C-77E7-4D8F-9C29-5390E9953B18}" destId="{80C0B84A-E6FC-4008-80C9-DB5B27E0271B}" srcOrd="0" destOrd="0" parTransId="{CF234E56-FABD-4ECD-90DD-A892086F1598}" sibTransId="{62269DEC-FECF-42B7-9920-89163F2516DE}"/>
    <dgm:cxn modelId="{5B1B3B84-5244-4471-BE57-F7902F3299DD}" type="presParOf" srcId="{4A6C0696-CBD0-4417-A873-1500CA5A0EAA}" destId="{3830B081-9194-448F-BC73-1E327145C835}" srcOrd="0" destOrd="0" presId="urn:microsoft.com/office/officeart/2008/layout/LinedList"/>
    <dgm:cxn modelId="{16A363E0-9435-4C54-8C60-A910A592A455}" type="presParOf" srcId="{4A6C0696-CBD0-4417-A873-1500CA5A0EAA}" destId="{8C029F62-BBB4-46F9-AA05-7EE36CB65659}" srcOrd="1" destOrd="0" presId="urn:microsoft.com/office/officeart/2008/layout/LinedList"/>
    <dgm:cxn modelId="{B2F72321-12AA-44FB-A76F-017298D9E43A}" type="presParOf" srcId="{8C029F62-BBB4-46F9-AA05-7EE36CB65659}" destId="{612A7940-188E-425D-BCD2-70219949BFF4}" srcOrd="0" destOrd="0" presId="urn:microsoft.com/office/officeart/2008/layout/LinedList"/>
    <dgm:cxn modelId="{D9774C0B-D91F-4B92-AA93-DA2F40A95A20}" type="presParOf" srcId="{8C029F62-BBB4-46F9-AA05-7EE36CB65659}" destId="{57B02957-7AE9-49F3-84AA-119B064C2B36}" srcOrd="1" destOrd="0" presId="urn:microsoft.com/office/officeart/2008/layout/LinedList"/>
    <dgm:cxn modelId="{7017CBB3-C0CB-4ABA-808F-997DCB854572}" type="presParOf" srcId="{4A6C0696-CBD0-4417-A873-1500CA5A0EAA}" destId="{459328E3-3B36-4262-A77A-2B2B9387AB2E}" srcOrd="2" destOrd="0" presId="urn:microsoft.com/office/officeart/2008/layout/LinedList"/>
    <dgm:cxn modelId="{4247562E-77E0-457B-99EB-36353F45555A}" type="presParOf" srcId="{4A6C0696-CBD0-4417-A873-1500CA5A0EAA}" destId="{0CDAA620-CD65-43C2-81A1-125600B7C9D4}" srcOrd="3" destOrd="0" presId="urn:microsoft.com/office/officeart/2008/layout/LinedList"/>
    <dgm:cxn modelId="{30F1684F-97FB-400D-8254-EBD84EBDB6D4}" type="presParOf" srcId="{0CDAA620-CD65-43C2-81A1-125600B7C9D4}" destId="{91A8ABCF-C39C-48AA-8F05-B75687BF96C6}" srcOrd="0" destOrd="0" presId="urn:microsoft.com/office/officeart/2008/layout/LinedList"/>
    <dgm:cxn modelId="{43149F21-5332-48CA-96C1-43AF422C7AE2}" type="presParOf" srcId="{0CDAA620-CD65-43C2-81A1-125600B7C9D4}" destId="{C3AE2FA0-0970-4CE1-95CE-E24608943A70}" srcOrd="1" destOrd="0" presId="urn:microsoft.com/office/officeart/2008/layout/LinedList"/>
    <dgm:cxn modelId="{37FB5085-D480-402D-AF41-BCB80F92C13D}" type="presParOf" srcId="{4A6C0696-CBD0-4417-A873-1500CA5A0EAA}" destId="{57B8C133-E0A6-4828-B94A-A4570DBEC62D}" srcOrd="4" destOrd="0" presId="urn:microsoft.com/office/officeart/2008/layout/LinedList"/>
    <dgm:cxn modelId="{EF69D953-00E8-4FB7-A21B-F3BB663E90C3}" type="presParOf" srcId="{4A6C0696-CBD0-4417-A873-1500CA5A0EAA}" destId="{C52CE167-78FC-4BA2-845A-B7AE42048C6E}" srcOrd="5" destOrd="0" presId="urn:microsoft.com/office/officeart/2008/layout/LinedList"/>
    <dgm:cxn modelId="{8902BA2F-43E0-40A1-94C3-61288A487079}" type="presParOf" srcId="{C52CE167-78FC-4BA2-845A-B7AE42048C6E}" destId="{F15368EA-8D15-4162-B744-C902D4940207}" srcOrd="0" destOrd="0" presId="urn:microsoft.com/office/officeart/2008/layout/LinedList"/>
    <dgm:cxn modelId="{47F35137-5452-49FF-84EB-10190FA6E5B5}" type="presParOf" srcId="{C52CE167-78FC-4BA2-845A-B7AE42048C6E}" destId="{B924F178-8CD2-4F1F-9BA5-51BCB1ED4D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D3C146-5A34-4C3D-8473-DAB623128244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678094E-4AA2-4D3D-9F51-69A178024715}">
      <dgm:prSet/>
      <dgm:spPr/>
      <dgm:t>
        <a:bodyPr/>
        <a:lstStyle/>
        <a:p>
          <a:r>
            <a:rPr lang="en-US"/>
            <a:t>Supports rapid incident response</a:t>
          </a:r>
        </a:p>
      </dgm:t>
    </dgm:pt>
    <dgm:pt modelId="{077E48EC-C22D-44C3-8B77-E0B031D1144A}" type="parTrans" cxnId="{B6F8C762-A5F5-40B8-8211-95C273DFBBDF}">
      <dgm:prSet/>
      <dgm:spPr/>
      <dgm:t>
        <a:bodyPr/>
        <a:lstStyle/>
        <a:p>
          <a:endParaRPr lang="en-US"/>
        </a:p>
      </dgm:t>
    </dgm:pt>
    <dgm:pt modelId="{A0BD6CF2-A0E1-414D-BB63-0F948DF1A28F}" type="sibTrans" cxnId="{B6F8C762-A5F5-40B8-8211-95C273DFBBDF}">
      <dgm:prSet/>
      <dgm:spPr/>
      <dgm:t>
        <a:bodyPr/>
        <a:lstStyle/>
        <a:p>
          <a:endParaRPr lang="en-US"/>
        </a:p>
      </dgm:t>
    </dgm:pt>
    <dgm:pt modelId="{5C79253B-3E32-4C8C-8981-8EBCD3200DF2}">
      <dgm:prSet/>
      <dgm:spPr/>
      <dgm:t>
        <a:bodyPr/>
        <a:lstStyle/>
        <a:p>
          <a:r>
            <a:rPr lang="en-US"/>
            <a:t>Aligns with SRE and DevOps principles</a:t>
          </a:r>
        </a:p>
      </dgm:t>
    </dgm:pt>
    <dgm:pt modelId="{F07058A1-01CF-4439-B9FB-388EBC1E160D}" type="parTrans" cxnId="{A7049681-72D6-4367-97D6-B01C7569178F}">
      <dgm:prSet/>
      <dgm:spPr/>
      <dgm:t>
        <a:bodyPr/>
        <a:lstStyle/>
        <a:p>
          <a:endParaRPr lang="en-US"/>
        </a:p>
      </dgm:t>
    </dgm:pt>
    <dgm:pt modelId="{68B5E96C-85C6-4AF8-9F2B-6A38A3C8491A}" type="sibTrans" cxnId="{A7049681-72D6-4367-97D6-B01C7569178F}">
      <dgm:prSet/>
      <dgm:spPr/>
      <dgm:t>
        <a:bodyPr/>
        <a:lstStyle/>
        <a:p>
          <a:endParaRPr lang="en-US"/>
        </a:p>
      </dgm:t>
    </dgm:pt>
    <dgm:pt modelId="{824160E4-86D8-488F-BD7F-974798028548}">
      <dgm:prSet/>
      <dgm:spPr/>
      <dgm:t>
        <a:bodyPr/>
        <a:lstStyle/>
        <a:p>
          <a:r>
            <a:rPr lang="en-US"/>
            <a:t>Improves system reliability and overall uptime</a:t>
          </a:r>
        </a:p>
      </dgm:t>
    </dgm:pt>
    <dgm:pt modelId="{0AE59C06-7CB0-4DC0-8C96-BC6C3344E9C8}" type="parTrans" cxnId="{1195FE8B-CFFB-4495-8F3F-2C0C90EB0B15}">
      <dgm:prSet/>
      <dgm:spPr/>
      <dgm:t>
        <a:bodyPr/>
        <a:lstStyle/>
        <a:p>
          <a:endParaRPr lang="en-US"/>
        </a:p>
      </dgm:t>
    </dgm:pt>
    <dgm:pt modelId="{A618C61A-2D45-4E17-8F82-9E8B5B8495EE}" type="sibTrans" cxnId="{1195FE8B-CFFB-4495-8F3F-2C0C90EB0B15}">
      <dgm:prSet/>
      <dgm:spPr/>
      <dgm:t>
        <a:bodyPr/>
        <a:lstStyle/>
        <a:p>
          <a:endParaRPr lang="en-US"/>
        </a:p>
      </dgm:t>
    </dgm:pt>
    <dgm:pt modelId="{52E50876-347C-4314-8DF1-AC736C33F922}" type="pres">
      <dgm:prSet presAssocID="{2ED3C146-5A34-4C3D-8473-DAB623128244}" presName="diagram" presStyleCnt="0">
        <dgm:presLayoutVars>
          <dgm:dir/>
          <dgm:resizeHandles val="exact"/>
        </dgm:presLayoutVars>
      </dgm:prSet>
      <dgm:spPr/>
    </dgm:pt>
    <dgm:pt modelId="{337933C8-4CB9-4250-BEA8-52B79C18B84E}" type="pres">
      <dgm:prSet presAssocID="{0678094E-4AA2-4D3D-9F51-69A178024715}" presName="node" presStyleLbl="node1" presStyleIdx="0" presStyleCnt="3">
        <dgm:presLayoutVars>
          <dgm:bulletEnabled val="1"/>
        </dgm:presLayoutVars>
      </dgm:prSet>
      <dgm:spPr/>
    </dgm:pt>
    <dgm:pt modelId="{B5D6EB6B-69A1-43FD-875B-C4547E1D4B4B}" type="pres">
      <dgm:prSet presAssocID="{A0BD6CF2-A0E1-414D-BB63-0F948DF1A28F}" presName="sibTrans" presStyleCnt="0"/>
      <dgm:spPr/>
    </dgm:pt>
    <dgm:pt modelId="{1AE20FFA-8EF5-4301-BAF1-3F1A1740E25D}" type="pres">
      <dgm:prSet presAssocID="{5C79253B-3E32-4C8C-8981-8EBCD3200DF2}" presName="node" presStyleLbl="node1" presStyleIdx="1" presStyleCnt="3">
        <dgm:presLayoutVars>
          <dgm:bulletEnabled val="1"/>
        </dgm:presLayoutVars>
      </dgm:prSet>
      <dgm:spPr/>
    </dgm:pt>
    <dgm:pt modelId="{58B042AA-BA6E-42C7-8532-12045D0A370E}" type="pres">
      <dgm:prSet presAssocID="{68B5E96C-85C6-4AF8-9F2B-6A38A3C8491A}" presName="sibTrans" presStyleCnt="0"/>
      <dgm:spPr/>
    </dgm:pt>
    <dgm:pt modelId="{BF3E8F27-5BD4-435F-82A0-1E182055A433}" type="pres">
      <dgm:prSet presAssocID="{824160E4-86D8-488F-BD7F-974798028548}" presName="node" presStyleLbl="node1" presStyleIdx="2" presStyleCnt="3">
        <dgm:presLayoutVars>
          <dgm:bulletEnabled val="1"/>
        </dgm:presLayoutVars>
      </dgm:prSet>
      <dgm:spPr/>
    </dgm:pt>
  </dgm:ptLst>
  <dgm:cxnLst>
    <dgm:cxn modelId="{2EA03D3F-4D7C-4A22-89BD-31D78B7BDB62}" type="presOf" srcId="{824160E4-86D8-488F-BD7F-974798028548}" destId="{BF3E8F27-5BD4-435F-82A0-1E182055A433}" srcOrd="0" destOrd="0" presId="urn:microsoft.com/office/officeart/2005/8/layout/default"/>
    <dgm:cxn modelId="{B6F8C762-A5F5-40B8-8211-95C273DFBBDF}" srcId="{2ED3C146-5A34-4C3D-8473-DAB623128244}" destId="{0678094E-4AA2-4D3D-9F51-69A178024715}" srcOrd="0" destOrd="0" parTransId="{077E48EC-C22D-44C3-8B77-E0B031D1144A}" sibTransId="{A0BD6CF2-A0E1-414D-BB63-0F948DF1A28F}"/>
    <dgm:cxn modelId="{088BEC67-D6E6-4B59-B758-E5806C79BE28}" type="presOf" srcId="{2ED3C146-5A34-4C3D-8473-DAB623128244}" destId="{52E50876-347C-4314-8DF1-AC736C33F922}" srcOrd="0" destOrd="0" presId="urn:microsoft.com/office/officeart/2005/8/layout/default"/>
    <dgm:cxn modelId="{1517F678-94DB-4419-A139-7D2EA461729F}" type="presOf" srcId="{0678094E-4AA2-4D3D-9F51-69A178024715}" destId="{337933C8-4CB9-4250-BEA8-52B79C18B84E}" srcOrd="0" destOrd="0" presId="urn:microsoft.com/office/officeart/2005/8/layout/default"/>
    <dgm:cxn modelId="{A7049681-72D6-4367-97D6-B01C7569178F}" srcId="{2ED3C146-5A34-4C3D-8473-DAB623128244}" destId="{5C79253B-3E32-4C8C-8981-8EBCD3200DF2}" srcOrd="1" destOrd="0" parTransId="{F07058A1-01CF-4439-B9FB-388EBC1E160D}" sibTransId="{68B5E96C-85C6-4AF8-9F2B-6A38A3C8491A}"/>
    <dgm:cxn modelId="{1195FE8B-CFFB-4495-8F3F-2C0C90EB0B15}" srcId="{2ED3C146-5A34-4C3D-8473-DAB623128244}" destId="{824160E4-86D8-488F-BD7F-974798028548}" srcOrd="2" destOrd="0" parTransId="{0AE59C06-7CB0-4DC0-8C96-BC6C3344E9C8}" sibTransId="{A618C61A-2D45-4E17-8F82-9E8B5B8495EE}"/>
    <dgm:cxn modelId="{16055DFC-5FDE-4603-8D4C-829DAD1A5C50}" type="presOf" srcId="{5C79253B-3E32-4C8C-8981-8EBCD3200DF2}" destId="{1AE20FFA-8EF5-4301-BAF1-3F1A1740E25D}" srcOrd="0" destOrd="0" presId="urn:microsoft.com/office/officeart/2005/8/layout/default"/>
    <dgm:cxn modelId="{5B0A1901-2DB5-4DCA-9999-7FDF7D711026}" type="presParOf" srcId="{52E50876-347C-4314-8DF1-AC736C33F922}" destId="{337933C8-4CB9-4250-BEA8-52B79C18B84E}" srcOrd="0" destOrd="0" presId="urn:microsoft.com/office/officeart/2005/8/layout/default"/>
    <dgm:cxn modelId="{71E45FD7-C4F8-4EF2-A05F-55707FEAC033}" type="presParOf" srcId="{52E50876-347C-4314-8DF1-AC736C33F922}" destId="{B5D6EB6B-69A1-43FD-875B-C4547E1D4B4B}" srcOrd="1" destOrd="0" presId="urn:microsoft.com/office/officeart/2005/8/layout/default"/>
    <dgm:cxn modelId="{EC715B81-C8AF-4080-B8FC-B39CE7F33FDE}" type="presParOf" srcId="{52E50876-347C-4314-8DF1-AC736C33F922}" destId="{1AE20FFA-8EF5-4301-BAF1-3F1A1740E25D}" srcOrd="2" destOrd="0" presId="urn:microsoft.com/office/officeart/2005/8/layout/default"/>
    <dgm:cxn modelId="{85100DE6-623E-4284-B4C1-BD1B4B604C05}" type="presParOf" srcId="{52E50876-347C-4314-8DF1-AC736C33F922}" destId="{58B042AA-BA6E-42C7-8532-12045D0A370E}" srcOrd="3" destOrd="0" presId="urn:microsoft.com/office/officeart/2005/8/layout/default"/>
    <dgm:cxn modelId="{F27F1E34-1022-40CA-A2BE-1191E270E522}" type="presParOf" srcId="{52E50876-347C-4314-8DF1-AC736C33F922}" destId="{BF3E8F27-5BD4-435F-82A0-1E182055A433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820F91-5DC7-46AC-8317-3230C50EEFCF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D4B536E-E3D1-4C22-96DC-7E841FDCBF83}">
      <dgm:prSet/>
      <dgm:spPr/>
      <dgm:t>
        <a:bodyPr/>
        <a:lstStyle/>
        <a:p>
          <a:r>
            <a:rPr lang="en-US"/>
            <a:t>Escalate</a:t>
          </a:r>
        </a:p>
      </dgm:t>
    </dgm:pt>
    <dgm:pt modelId="{C06E663F-C43C-4DCE-B382-3921924C5ACF}" type="parTrans" cxnId="{5794E0E6-FCC5-41A5-8E7A-2BCD91AE587E}">
      <dgm:prSet/>
      <dgm:spPr/>
      <dgm:t>
        <a:bodyPr/>
        <a:lstStyle/>
        <a:p>
          <a:endParaRPr lang="en-US"/>
        </a:p>
      </dgm:t>
    </dgm:pt>
    <dgm:pt modelId="{55B51480-0785-418B-91C7-92162A50756F}" type="sibTrans" cxnId="{5794E0E6-FCC5-41A5-8E7A-2BCD91AE587E}">
      <dgm:prSet/>
      <dgm:spPr/>
      <dgm:t>
        <a:bodyPr/>
        <a:lstStyle/>
        <a:p>
          <a:endParaRPr lang="en-US"/>
        </a:p>
      </dgm:t>
    </dgm:pt>
    <dgm:pt modelId="{E133ED73-CD2D-49AD-858F-F91509902BEE}">
      <dgm:prSet/>
      <dgm:spPr/>
      <dgm:t>
        <a:bodyPr/>
        <a:lstStyle/>
        <a:p>
          <a:r>
            <a:rPr lang="en-US"/>
            <a:t>Escalate if primary doesn't respond</a:t>
          </a:r>
        </a:p>
      </dgm:t>
    </dgm:pt>
    <dgm:pt modelId="{6526AEBD-D31F-4A7F-BC63-695A99A04D36}" type="parTrans" cxnId="{BE009309-1C05-47FD-B941-30768A5412D0}">
      <dgm:prSet/>
      <dgm:spPr/>
      <dgm:t>
        <a:bodyPr/>
        <a:lstStyle/>
        <a:p>
          <a:endParaRPr lang="en-US"/>
        </a:p>
      </dgm:t>
    </dgm:pt>
    <dgm:pt modelId="{702738A1-47FF-4E23-A600-73D592AA3313}" type="sibTrans" cxnId="{BE009309-1C05-47FD-B941-30768A5412D0}">
      <dgm:prSet/>
      <dgm:spPr/>
      <dgm:t>
        <a:bodyPr/>
        <a:lstStyle/>
        <a:p>
          <a:endParaRPr lang="en-US"/>
        </a:p>
      </dgm:t>
    </dgm:pt>
    <dgm:pt modelId="{8EE66B6F-DA3A-463C-A5A5-1FB1F4E9F9EB}">
      <dgm:prSet/>
      <dgm:spPr/>
      <dgm:t>
        <a:bodyPr/>
        <a:lstStyle/>
        <a:p>
          <a:r>
            <a:rPr lang="en-US"/>
            <a:t>Define</a:t>
          </a:r>
        </a:p>
      </dgm:t>
    </dgm:pt>
    <dgm:pt modelId="{72D18ED3-D7AF-4D5B-B25C-72F037334300}" type="parTrans" cxnId="{47C2F25A-751E-4072-8198-2D31DB8B7A36}">
      <dgm:prSet/>
      <dgm:spPr/>
      <dgm:t>
        <a:bodyPr/>
        <a:lstStyle/>
        <a:p>
          <a:endParaRPr lang="en-US"/>
        </a:p>
      </dgm:t>
    </dgm:pt>
    <dgm:pt modelId="{1FC7BF29-F65E-4C4A-B836-D0CF44EBC975}" type="sibTrans" cxnId="{47C2F25A-751E-4072-8198-2D31DB8B7A36}">
      <dgm:prSet/>
      <dgm:spPr/>
      <dgm:t>
        <a:bodyPr/>
        <a:lstStyle/>
        <a:p>
          <a:endParaRPr lang="en-US"/>
        </a:p>
      </dgm:t>
    </dgm:pt>
    <dgm:pt modelId="{DC0E33D2-F13A-4DC0-885D-D584CB62D8CB}">
      <dgm:prSet/>
      <dgm:spPr/>
      <dgm:t>
        <a:bodyPr/>
        <a:lstStyle/>
        <a:p>
          <a:r>
            <a:rPr lang="en-US"/>
            <a:t>Define secondary and tertiary responders</a:t>
          </a:r>
        </a:p>
      </dgm:t>
    </dgm:pt>
    <dgm:pt modelId="{D50BA4C9-1E42-49D8-A80D-5B7F581ECFE0}" type="parTrans" cxnId="{540E15ED-71BB-4D49-9C95-FA3E17CF7FBA}">
      <dgm:prSet/>
      <dgm:spPr/>
      <dgm:t>
        <a:bodyPr/>
        <a:lstStyle/>
        <a:p>
          <a:endParaRPr lang="en-US"/>
        </a:p>
      </dgm:t>
    </dgm:pt>
    <dgm:pt modelId="{DA3EE98D-3C62-4BB4-AA07-93168232462D}" type="sibTrans" cxnId="{540E15ED-71BB-4D49-9C95-FA3E17CF7FBA}">
      <dgm:prSet/>
      <dgm:spPr/>
      <dgm:t>
        <a:bodyPr/>
        <a:lstStyle/>
        <a:p>
          <a:endParaRPr lang="en-US"/>
        </a:p>
      </dgm:t>
    </dgm:pt>
    <dgm:pt modelId="{3E19E425-0512-49E7-9AEA-F0BAA349B94B}">
      <dgm:prSet/>
      <dgm:spPr/>
      <dgm:t>
        <a:bodyPr/>
        <a:lstStyle/>
        <a:p>
          <a:r>
            <a:rPr lang="en-US"/>
            <a:t>Include</a:t>
          </a:r>
        </a:p>
      </dgm:t>
    </dgm:pt>
    <dgm:pt modelId="{D34E7F32-C620-42DD-8186-8FB9B589FF71}" type="parTrans" cxnId="{321A9532-4741-4853-ADC8-96AB6F6F0976}">
      <dgm:prSet/>
      <dgm:spPr/>
      <dgm:t>
        <a:bodyPr/>
        <a:lstStyle/>
        <a:p>
          <a:endParaRPr lang="en-US"/>
        </a:p>
      </dgm:t>
    </dgm:pt>
    <dgm:pt modelId="{A52FD4B7-6A6E-4325-9067-846FB4B6551E}" type="sibTrans" cxnId="{321A9532-4741-4853-ADC8-96AB6F6F0976}">
      <dgm:prSet/>
      <dgm:spPr/>
      <dgm:t>
        <a:bodyPr/>
        <a:lstStyle/>
        <a:p>
          <a:endParaRPr lang="en-US"/>
        </a:p>
      </dgm:t>
    </dgm:pt>
    <dgm:pt modelId="{72D09095-AC34-4B70-8A49-2F375EA02F32}">
      <dgm:prSet/>
      <dgm:spPr/>
      <dgm:t>
        <a:bodyPr/>
        <a:lstStyle/>
        <a:p>
          <a:r>
            <a:rPr lang="en-US"/>
            <a:t>Include stakeholder contact info</a:t>
          </a:r>
        </a:p>
      </dgm:t>
    </dgm:pt>
    <dgm:pt modelId="{3892B488-FD2F-495E-BF51-A70C1EA9B278}" type="parTrans" cxnId="{810D73EE-A44B-44B2-B097-F90761539C6B}">
      <dgm:prSet/>
      <dgm:spPr/>
      <dgm:t>
        <a:bodyPr/>
        <a:lstStyle/>
        <a:p>
          <a:endParaRPr lang="en-US"/>
        </a:p>
      </dgm:t>
    </dgm:pt>
    <dgm:pt modelId="{CB0962AE-28DF-467A-9A1F-F67C5C5C5E44}" type="sibTrans" cxnId="{810D73EE-A44B-44B2-B097-F90761539C6B}">
      <dgm:prSet/>
      <dgm:spPr/>
      <dgm:t>
        <a:bodyPr/>
        <a:lstStyle/>
        <a:p>
          <a:endParaRPr lang="en-US"/>
        </a:p>
      </dgm:t>
    </dgm:pt>
    <dgm:pt modelId="{97DC4B1B-E10C-4906-AFC3-983BDF8BAFB2}" type="pres">
      <dgm:prSet presAssocID="{E3820F91-5DC7-46AC-8317-3230C50EEFCF}" presName="Name0" presStyleCnt="0">
        <dgm:presLayoutVars>
          <dgm:dir/>
          <dgm:animLvl val="lvl"/>
          <dgm:resizeHandles val="exact"/>
        </dgm:presLayoutVars>
      </dgm:prSet>
      <dgm:spPr/>
    </dgm:pt>
    <dgm:pt modelId="{773E3C2F-AB8B-4454-993A-9CB5AF9D9243}" type="pres">
      <dgm:prSet presAssocID="{5D4B536E-E3D1-4C22-96DC-7E841FDCBF83}" presName="linNode" presStyleCnt="0"/>
      <dgm:spPr/>
    </dgm:pt>
    <dgm:pt modelId="{7C009CA8-EE53-40E8-889C-BA497B472AFA}" type="pres">
      <dgm:prSet presAssocID="{5D4B536E-E3D1-4C22-96DC-7E841FDCBF83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A431A7E4-B06F-4559-A80F-7FCBDCB8146B}" type="pres">
      <dgm:prSet presAssocID="{5D4B536E-E3D1-4C22-96DC-7E841FDCBF83}" presName="descendantText" presStyleLbl="alignAccFollowNode1" presStyleIdx="0" presStyleCnt="3">
        <dgm:presLayoutVars>
          <dgm:bulletEnabled/>
        </dgm:presLayoutVars>
      </dgm:prSet>
      <dgm:spPr/>
    </dgm:pt>
    <dgm:pt modelId="{FA69E25F-FA3D-4F91-8110-16102E764491}" type="pres">
      <dgm:prSet presAssocID="{55B51480-0785-418B-91C7-92162A50756F}" presName="sp" presStyleCnt="0"/>
      <dgm:spPr/>
    </dgm:pt>
    <dgm:pt modelId="{B72B97C2-435B-4048-BFD0-B18EDCCF711B}" type="pres">
      <dgm:prSet presAssocID="{8EE66B6F-DA3A-463C-A5A5-1FB1F4E9F9EB}" presName="linNode" presStyleCnt="0"/>
      <dgm:spPr/>
    </dgm:pt>
    <dgm:pt modelId="{7487A78D-3EFC-4B48-AD99-D3B68007DE06}" type="pres">
      <dgm:prSet presAssocID="{8EE66B6F-DA3A-463C-A5A5-1FB1F4E9F9EB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CC5C35F5-2435-4F2C-8E13-DAE077D41838}" type="pres">
      <dgm:prSet presAssocID="{8EE66B6F-DA3A-463C-A5A5-1FB1F4E9F9EB}" presName="descendantText" presStyleLbl="alignAccFollowNode1" presStyleIdx="1" presStyleCnt="3">
        <dgm:presLayoutVars>
          <dgm:bulletEnabled/>
        </dgm:presLayoutVars>
      </dgm:prSet>
      <dgm:spPr/>
    </dgm:pt>
    <dgm:pt modelId="{FCF019F7-860D-48D7-B7BD-6B77398FAE39}" type="pres">
      <dgm:prSet presAssocID="{1FC7BF29-F65E-4C4A-B836-D0CF44EBC975}" presName="sp" presStyleCnt="0"/>
      <dgm:spPr/>
    </dgm:pt>
    <dgm:pt modelId="{3C480066-0D4B-420A-9332-5E2677FAE8CA}" type="pres">
      <dgm:prSet presAssocID="{3E19E425-0512-49E7-9AEA-F0BAA349B94B}" presName="linNode" presStyleCnt="0"/>
      <dgm:spPr/>
    </dgm:pt>
    <dgm:pt modelId="{9C0CFC8D-9656-4FF9-ADAB-608BB663E29A}" type="pres">
      <dgm:prSet presAssocID="{3E19E425-0512-49E7-9AEA-F0BAA349B94B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ECB746ED-9E6E-4872-9D58-BBDD68360004}" type="pres">
      <dgm:prSet presAssocID="{3E19E425-0512-49E7-9AEA-F0BAA349B94B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BE009309-1C05-47FD-B941-30768A5412D0}" srcId="{5D4B536E-E3D1-4C22-96DC-7E841FDCBF83}" destId="{E133ED73-CD2D-49AD-858F-F91509902BEE}" srcOrd="0" destOrd="0" parTransId="{6526AEBD-D31F-4A7F-BC63-695A99A04D36}" sibTransId="{702738A1-47FF-4E23-A600-73D592AA3313}"/>
    <dgm:cxn modelId="{B0593110-55B1-4205-91D9-F1D989CBAB42}" type="presOf" srcId="{DC0E33D2-F13A-4DC0-885D-D584CB62D8CB}" destId="{CC5C35F5-2435-4F2C-8E13-DAE077D41838}" srcOrd="0" destOrd="0" presId="urn:microsoft.com/office/officeart/2016/7/layout/VerticalSolidActionList"/>
    <dgm:cxn modelId="{3114222A-24E2-42B6-B7A5-DBEF01CF9EB4}" type="presOf" srcId="{72D09095-AC34-4B70-8A49-2F375EA02F32}" destId="{ECB746ED-9E6E-4872-9D58-BBDD68360004}" srcOrd="0" destOrd="0" presId="urn:microsoft.com/office/officeart/2016/7/layout/VerticalSolidActionList"/>
    <dgm:cxn modelId="{321A9532-4741-4853-ADC8-96AB6F6F0976}" srcId="{E3820F91-5DC7-46AC-8317-3230C50EEFCF}" destId="{3E19E425-0512-49E7-9AEA-F0BAA349B94B}" srcOrd="2" destOrd="0" parTransId="{D34E7F32-C620-42DD-8186-8FB9B589FF71}" sibTransId="{A52FD4B7-6A6E-4325-9067-846FB4B6551E}"/>
    <dgm:cxn modelId="{4B586842-E49E-41F2-BB31-A3F270B73F9E}" type="presOf" srcId="{E3820F91-5DC7-46AC-8317-3230C50EEFCF}" destId="{97DC4B1B-E10C-4906-AFC3-983BDF8BAFB2}" srcOrd="0" destOrd="0" presId="urn:microsoft.com/office/officeart/2016/7/layout/VerticalSolidActionList"/>
    <dgm:cxn modelId="{C0C6C762-5AE1-4983-B36F-1F3070DEEDAA}" type="presOf" srcId="{5D4B536E-E3D1-4C22-96DC-7E841FDCBF83}" destId="{7C009CA8-EE53-40E8-889C-BA497B472AFA}" srcOrd="0" destOrd="0" presId="urn:microsoft.com/office/officeart/2016/7/layout/VerticalSolidActionList"/>
    <dgm:cxn modelId="{47C2F25A-751E-4072-8198-2D31DB8B7A36}" srcId="{E3820F91-5DC7-46AC-8317-3230C50EEFCF}" destId="{8EE66B6F-DA3A-463C-A5A5-1FB1F4E9F9EB}" srcOrd="1" destOrd="0" parTransId="{72D18ED3-D7AF-4D5B-B25C-72F037334300}" sibTransId="{1FC7BF29-F65E-4C4A-B836-D0CF44EBC975}"/>
    <dgm:cxn modelId="{1BC2D7C6-49BA-4F29-804F-75CEF943BC4D}" type="presOf" srcId="{8EE66B6F-DA3A-463C-A5A5-1FB1F4E9F9EB}" destId="{7487A78D-3EFC-4B48-AD99-D3B68007DE06}" srcOrd="0" destOrd="0" presId="urn:microsoft.com/office/officeart/2016/7/layout/VerticalSolidActionList"/>
    <dgm:cxn modelId="{BD0832DB-CD9A-4A94-B407-DB4B11E56DF1}" type="presOf" srcId="{E133ED73-CD2D-49AD-858F-F91509902BEE}" destId="{A431A7E4-B06F-4559-A80F-7FCBDCB8146B}" srcOrd="0" destOrd="0" presId="urn:microsoft.com/office/officeart/2016/7/layout/VerticalSolidActionList"/>
    <dgm:cxn modelId="{5794E0E6-FCC5-41A5-8E7A-2BCD91AE587E}" srcId="{E3820F91-5DC7-46AC-8317-3230C50EEFCF}" destId="{5D4B536E-E3D1-4C22-96DC-7E841FDCBF83}" srcOrd="0" destOrd="0" parTransId="{C06E663F-C43C-4DCE-B382-3921924C5ACF}" sibTransId="{55B51480-0785-418B-91C7-92162A50756F}"/>
    <dgm:cxn modelId="{540E15ED-71BB-4D49-9C95-FA3E17CF7FBA}" srcId="{8EE66B6F-DA3A-463C-A5A5-1FB1F4E9F9EB}" destId="{DC0E33D2-F13A-4DC0-885D-D584CB62D8CB}" srcOrd="0" destOrd="0" parTransId="{D50BA4C9-1E42-49D8-A80D-5B7F581ECFE0}" sibTransId="{DA3EE98D-3C62-4BB4-AA07-93168232462D}"/>
    <dgm:cxn modelId="{810D73EE-A44B-44B2-B097-F90761539C6B}" srcId="{3E19E425-0512-49E7-9AEA-F0BAA349B94B}" destId="{72D09095-AC34-4B70-8A49-2F375EA02F32}" srcOrd="0" destOrd="0" parTransId="{3892B488-FD2F-495E-BF51-A70C1EA9B278}" sibTransId="{CB0962AE-28DF-467A-9A1F-F67C5C5C5E44}"/>
    <dgm:cxn modelId="{91274AFD-6078-46E4-AE0E-A65295AF4ECB}" type="presOf" srcId="{3E19E425-0512-49E7-9AEA-F0BAA349B94B}" destId="{9C0CFC8D-9656-4FF9-ADAB-608BB663E29A}" srcOrd="0" destOrd="0" presId="urn:microsoft.com/office/officeart/2016/7/layout/VerticalSolidActionList"/>
    <dgm:cxn modelId="{40CAC9B9-255C-4D0C-85E9-C0CF216995EA}" type="presParOf" srcId="{97DC4B1B-E10C-4906-AFC3-983BDF8BAFB2}" destId="{773E3C2F-AB8B-4454-993A-9CB5AF9D9243}" srcOrd="0" destOrd="0" presId="urn:microsoft.com/office/officeart/2016/7/layout/VerticalSolidActionList"/>
    <dgm:cxn modelId="{01E35DBE-E194-4AFF-8727-86AA5BE11FAD}" type="presParOf" srcId="{773E3C2F-AB8B-4454-993A-9CB5AF9D9243}" destId="{7C009CA8-EE53-40E8-889C-BA497B472AFA}" srcOrd="0" destOrd="0" presId="urn:microsoft.com/office/officeart/2016/7/layout/VerticalSolidActionList"/>
    <dgm:cxn modelId="{094EDBB5-FBEA-432A-A5B3-4E0EB8107821}" type="presParOf" srcId="{773E3C2F-AB8B-4454-993A-9CB5AF9D9243}" destId="{A431A7E4-B06F-4559-A80F-7FCBDCB8146B}" srcOrd="1" destOrd="0" presId="urn:microsoft.com/office/officeart/2016/7/layout/VerticalSolidActionList"/>
    <dgm:cxn modelId="{58C96DA9-4DFA-46CE-B2F6-0F89AE8CEDF0}" type="presParOf" srcId="{97DC4B1B-E10C-4906-AFC3-983BDF8BAFB2}" destId="{FA69E25F-FA3D-4F91-8110-16102E764491}" srcOrd="1" destOrd="0" presId="urn:microsoft.com/office/officeart/2016/7/layout/VerticalSolidActionList"/>
    <dgm:cxn modelId="{D12A2484-32B0-4554-BC98-0EEECE408C95}" type="presParOf" srcId="{97DC4B1B-E10C-4906-AFC3-983BDF8BAFB2}" destId="{B72B97C2-435B-4048-BFD0-B18EDCCF711B}" srcOrd="2" destOrd="0" presId="urn:microsoft.com/office/officeart/2016/7/layout/VerticalSolidActionList"/>
    <dgm:cxn modelId="{44B70ED1-0199-4707-801B-2549E5511EC9}" type="presParOf" srcId="{B72B97C2-435B-4048-BFD0-B18EDCCF711B}" destId="{7487A78D-3EFC-4B48-AD99-D3B68007DE06}" srcOrd="0" destOrd="0" presId="urn:microsoft.com/office/officeart/2016/7/layout/VerticalSolidActionList"/>
    <dgm:cxn modelId="{E442AB1F-CCBB-4294-8FC1-ACEB08931FBB}" type="presParOf" srcId="{B72B97C2-435B-4048-BFD0-B18EDCCF711B}" destId="{CC5C35F5-2435-4F2C-8E13-DAE077D41838}" srcOrd="1" destOrd="0" presId="urn:microsoft.com/office/officeart/2016/7/layout/VerticalSolidActionList"/>
    <dgm:cxn modelId="{1E40B6EB-D815-427B-ACEF-14DBC1498BF8}" type="presParOf" srcId="{97DC4B1B-E10C-4906-AFC3-983BDF8BAFB2}" destId="{FCF019F7-860D-48D7-B7BD-6B77398FAE39}" srcOrd="3" destOrd="0" presId="urn:microsoft.com/office/officeart/2016/7/layout/VerticalSolidActionList"/>
    <dgm:cxn modelId="{FDCDCC5D-3E44-47F5-A566-3D8AECF0C273}" type="presParOf" srcId="{97DC4B1B-E10C-4906-AFC3-983BDF8BAFB2}" destId="{3C480066-0D4B-420A-9332-5E2677FAE8CA}" srcOrd="4" destOrd="0" presId="urn:microsoft.com/office/officeart/2016/7/layout/VerticalSolidActionList"/>
    <dgm:cxn modelId="{E12A236A-731D-40FE-8359-A15746905B41}" type="presParOf" srcId="{3C480066-0D4B-420A-9332-5E2677FAE8CA}" destId="{9C0CFC8D-9656-4FF9-ADAB-608BB663E29A}" srcOrd="0" destOrd="0" presId="urn:microsoft.com/office/officeart/2016/7/layout/VerticalSolidActionList"/>
    <dgm:cxn modelId="{8210030B-9348-4246-B892-2126918F9C1D}" type="presParOf" srcId="{3C480066-0D4B-420A-9332-5E2677FAE8CA}" destId="{ECB746ED-9E6E-4872-9D58-BBDD68360004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E8AC6E-1CB2-47F0-97C1-28BCD9D97F4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A2D5841-64B4-49A9-A392-5443FFDF4523}">
      <dgm:prSet/>
      <dgm:spPr/>
      <dgm:t>
        <a:bodyPr/>
        <a:lstStyle/>
        <a:p>
          <a:pPr>
            <a:defRPr cap="all"/>
          </a:pPr>
          <a:r>
            <a:rPr lang="en-US"/>
            <a:t>Document shift handoffs with ongoing issues</a:t>
          </a:r>
        </a:p>
      </dgm:t>
    </dgm:pt>
    <dgm:pt modelId="{91DDBEC8-C44F-4F1D-BFE9-D46A228808EA}" type="parTrans" cxnId="{05552716-C94A-4302-AC53-00BD580D5BC3}">
      <dgm:prSet/>
      <dgm:spPr/>
      <dgm:t>
        <a:bodyPr/>
        <a:lstStyle/>
        <a:p>
          <a:endParaRPr lang="en-US"/>
        </a:p>
      </dgm:t>
    </dgm:pt>
    <dgm:pt modelId="{5AA7DAC9-C157-47C9-992D-9C93FA5F7F3A}" type="sibTrans" cxnId="{05552716-C94A-4302-AC53-00BD580D5BC3}">
      <dgm:prSet/>
      <dgm:spPr/>
      <dgm:t>
        <a:bodyPr/>
        <a:lstStyle/>
        <a:p>
          <a:endParaRPr lang="en-US"/>
        </a:p>
      </dgm:t>
    </dgm:pt>
    <dgm:pt modelId="{3F682868-6C76-4DA7-9423-AA7982BBF9DE}">
      <dgm:prSet/>
      <dgm:spPr/>
      <dgm:t>
        <a:bodyPr/>
        <a:lstStyle/>
        <a:p>
          <a:pPr>
            <a:defRPr cap="all"/>
          </a:pPr>
          <a:r>
            <a:rPr lang="en-US"/>
            <a:t>Automation tools improve alert routing and scheduling</a:t>
          </a:r>
        </a:p>
      </dgm:t>
    </dgm:pt>
    <dgm:pt modelId="{64BF71DA-2092-4FB5-8536-FAD7C7BF39BC}" type="parTrans" cxnId="{88FCBC21-6D22-4624-8727-3C46DB93BA61}">
      <dgm:prSet/>
      <dgm:spPr/>
      <dgm:t>
        <a:bodyPr/>
        <a:lstStyle/>
        <a:p>
          <a:endParaRPr lang="en-US"/>
        </a:p>
      </dgm:t>
    </dgm:pt>
    <dgm:pt modelId="{2F19384E-B881-4C9D-8632-05B6915241D2}" type="sibTrans" cxnId="{88FCBC21-6D22-4624-8727-3C46DB93BA61}">
      <dgm:prSet/>
      <dgm:spPr/>
      <dgm:t>
        <a:bodyPr/>
        <a:lstStyle/>
        <a:p>
          <a:endParaRPr lang="en-US"/>
        </a:p>
      </dgm:t>
    </dgm:pt>
    <dgm:pt modelId="{4E7E99AE-DEFC-456E-8159-D94F23D15170}">
      <dgm:prSet/>
      <dgm:spPr/>
      <dgm:t>
        <a:bodyPr/>
        <a:lstStyle/>
        <a:p>
          <a:pPr>
            <a:defRPr cap="all"/>
          </a:pPr>
          <a:r>
            <a:rPr lang="en-US"/>
            <a:t>Continuous improvement via retrospectives reduces risk</a:t>
          </a:r>
        </a:p>
      </dgm:t>
    </dgm:pt>
    <dgm:pt modelId="{DFDDEFB1-A893-47A3-9E1E-F7C704837378}" type="parTrans" cxnId="{9B43DCF8-2B44-4DAD-9E16-24DA4489A896}">
      <dgm:prSet/>
      <dgm:spPr/>
      <dgm:t>
        <a:bodyPr/>
        <a:lstStyle/>
        <a:p>
          <a:endParaRPr lang="en-US"/>
        </a:p>
      </dgm:t>
    </dgm:pt>
    <dgm:pt modelId="{4BE73D5A-74FF-4F7E-AE27-C1A376AA71F1}" type="sibTrans" cxnId="{9B43DCF8-2B44-4DAD-9E16-24DA4489A896}">
      <dgm:prSet/>
      <dgm:spPr/>
      <dgm:t>
        <a:bodyPr/>
        <a:lstStyle/>
        <a:p>
          <a:endParaRPr lang="en-US"/>
        </a:p>
      </dgm:t>
    </dgm:pt>
    <dgm:pt modelId="{1F2701AC-59A3-49E7-938F-24DAE7F7EFC5}" type="pres">
      <dgm:prSet presAssocID="{DCE8AC6E-1CB2-47F0-97C1-28BCD9D97F45}" presName="root" presStyleCnt="0">
        <dgm:presLayoutVars>
          <dgm:dir/>
          <dgm:resizeHandles val="exact"/>
        </dgm:presLayoutVars>
      </dgm:prSet>
      <dgm:spPr/>
    </dgm:pt>
    <dgm:pt modelId="{725B1F03-4AAF-4D86-B713-3CBD4EADF770}" type="pres">
      <dgm:prSet presAssocID="{6A2D5841-64B4-49A9-A392-5443FFDF4523}" presName="compNode" presStyleCnt="0"/>
      <dgm:spPr/>
    </dgm:pt>
    <dgm:pt modelId="{4ED8A772-5D09-47A3-806C-D47DB3E71A4A}" type="pres">
      <dgm:prSet presAssocID="{6A2D5841-64B4-49A9-A392-5443FFDF4523}" presName="iconBgRect" presStyleLbl="bgShp" presStyleIdx="0" presStyleCnt="3"/>
      <dgm:spPr/>
    </dgm:pt>
    <dgm:pt modelId="{5A0CC10C-1A38-4F60-8A43-7E19A815F79C}" type="pres">
      <dgm:prSet presAssocID="{6A2D5841-64B4-49A9-A392-5443FFDF45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0F791A2-72EF-42F2-B3B4-565387EAA1B7}" type="pres">
      <dgm:prSet presAssocID="{6A2D5841-64B4-49A9-A392-5443FFDF4523}" presName="spaceRect" presStyleCnt="0"/>
      <dgm:spPr/>
    </dgm:pt>
    <dgm:pt modelId="{C40A075F-B723-418D-A539-066B44A5895E}" type="pres">
      <dgm:prSet presAssocID="{6A2D5841-64B4-49A9-A392-5443FFDF4523}" presName="textRect" presStyleLbl="revTx" presStyleIdx="0" presStyleCnt="3">
        <dgm:presLayoutVars>
          <dgm:chMax val="1"/>
          <dgm:chPref val="1"/>
        </dgm:presLayoutVars>
      </dgm:prSet>
      <dgm:spPr/>
    </dgm:pt>
    <dgm:pt modelId="{07CDA849-D9E7-42BE-8685-6C71AAFA8503}" type="pres">
      <dgm:prSet presAssocID="{5AA7DAC9-C157-47C9-992D-9C93FA5F7F3A}" presName="sibTrans" presStyleCnt="0"/>
      <dgm:spPr/>
    </dgm:pt>
    <dgm:pt modelId="{F21A57CD-4D50-476D-AE8E-C23DE134A710}" type="pres">
      <dgm:prSet presAssocID="{3F682868-6C76-4DA7-9423-AA7982BBF9DE}" presName="compNode" presStyleCnt="0"/>
      <dgm:spPr/>
    </dgm:pt>
    <dgm:pt modelId="{0BEA99F5-E54C-47C3-A916-A3BB8CF4A0FF}" type="pres">
      <dgm:prSet presAssocID="{3F682868-6C76-4DA7-9423-AA7982BBF9DE}" presName="iconBgRect" presStyleLbl="bgShp" presStyleIdx="1" presStyleCnt="3"/>
      <dgm:spPr/>
    </dgm:pt>
    <dgm:pt modelId="{A27B792C-F432-4789-BDA7-A8C78524242A}" type="pres">
      <dgm:prSet presAssocID="{3F682868-6C76-4DA7-9423-AA7982BBF9D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678DCB28-2FCE-4CD4-BB91-598D6A76827D}" type="pres">
      <dgm:prSet presAssocID="{3F682868-6C76-4DA7-9423-AA7982BBF9DE}" presName="spaceRect" presStyleCnt="0"/>
      <dgm:spPr/>
    </dgm:pt>
    <dgm:pt modelId="{012CEB6E-768F-4555-899E-2A2EE2A9E89D}" type="pres">
      <dgm:prSet presAssocID="{3F682868-6C76-4DA7-9423-AA7982BBF9DE}" presName="textRect" presStyleLbl="revTx" presStyleIdx="1" presStyleCnt="3">
        <dgm:presLayoutVars>
          <dgm:chMax val="1"/>
          <dgm:chPref val="1"/>
        </dgm:presLayoutVars>
      </dgm:prSet>
      <dgm:spPr/>
    </dgm:pt>
    <dgm:pt modelId="{9E44CBBF-F22D-4E13-9C08-C33ABE74601C}" type="pres">
      <dgm:prSet presAssocID="{2F19384E-B881-4C9D-8632-05B6915241D2}" presName="sibTrans" presStyleCnt="0"/>
      <dgm:spPr/>
    </dgm:pt>
    <dgm:pt modelId="{F11EE17F-16D7-466C-A2E7-97067F92FC4E}" type="pres">
      <dgm:prSet presAssocID="{4E7E99AE-DEFC-456E-8159-D94F23D15170}" presName="compNode" presStyleCnt="0"/>
      <dgm:spPr/>
    </dgm:pt>
    <dgm:pt modelId="{10877156-F2DF-4D5A-BDBF-E415016640AA}" type="pres">
      <dgm:prSet presAssocID="{4E7E99AE-DEFC-456E-8159-D94F23D15170}" presName="iconBgRect" presStyleLbl="bgShp" presStyleIdx="2" presStyleCnt="3"/>
      <dgm:spPr/>
    </dgm:pt>
    <dgm:pt modelId="{06C523C5-4AF7-44F5-A6CE-AD7BAAAED339}" type="pres">
      <dgm:prSet presAssocID="{4E7E99AE-DEFC-456E-8159-D94F23D1517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C0549D2-0001-42C5-80C4-798FD115281F}" type="pres">
      <dgm:prSet presAssocID="{4E7E99AE-DEFC-456E-8159-D94F23D15170}" presName="spaceRect" presStyleCnt="0"/>
      <dgm:spPr/>
    </dgm:pt>
    <dgm:pt modelId="{2F35432E-0854-4D1B-B604-C05668EC8451}" type="pres">
      <dgm:prSet presAssocID="{4E7E99AE-DEFC-456E-8159-D94F23D1517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0E80816-E52C-4765-847F-189A422B6066}" type="presOf" srcId="{3F682868-6C76-4DA7-9423-AA7982BBF9DE}" destId="{012CEB6E-768F-4555-899E-2A2EE2A9E89D}" srcOrd="0" destOrd="0" presId="urn:microsoft.com/office/officeart/2018/5/layout/IconCircleLabelList"/>
    <dgm:cxn modelId="{05552716-C94A-4302-AC53-00BD580D5BC3}" srcId="{DCE8AC6E-1CB2-47F0-97C1-28BCD9D97F45}" destId="{6A2D5841-64B4-49A9-A392-5443FFDF4523}" srcOrd="0" destOrd="0" parTransId="{91DDBEC8-C44F-4F1D-BFE9-D46A228808EA}" sibTransId="{5AA7DAC9-C157-47C9-992D-9C93FA5F7F3A}"/>
    <dgm:cxn modelId="{88FCBC21-6D22-4624-8727-3C46DB93BA61}" srcId="{DCE8AC6E-1CB2-47F0-97C1-28BCD9D97F45}" destId="{3F682868-6C76-4DA7-9423-AA7982BBF9DE}" srcOrd="1" destOrd="0" parTransId="{64BF71DA-2092-4FB5-8536-FAD7C7BF39BC}" sibTransId="{2F19384E-B881-4C9D-8632-05B6915241D2}"/>
    <dgm:cxn modelId="{586D074E-7CA9-4EC8-BF88-E1A413F83262}" type="presOf" srcId="{DCE8AC6E-1CB2-47F0-97C1-28BCD9D97F45}" destId="{1F2701AC-59A3-49E7-938F-24DAE7F7EFC5}" srcOrd="0" destOrd="0" presId="urn:microsoft.com/office/officeart/2018/5/layout/IconCircleLabelList"/>
    <dgm:cxn modelId="{64B47A85-C5B0-4A87-998D-1B99F374AA00}" type="presOf" srcId="{6A2D5841-64B4-49A9-A392-5443FFDF4523}" destId="{C40A075F-B723-418D-A539-066B44A5895E}" srcOrd="0" destOrd="0" presId="urn:microsoft.com/office/officeart/2018/5/layout/IconCircleLabelList"/>
    <dgm:cxn modelId="{9B43DCF8-2B44-4DAD-9E16-24DA4489A896}" srcId="{DCE8AC6E-1CB2-47F0-97C1-28BCD9D97F45}" destId="{4E7E99AE-DEFC-456E-8159-D94F23D15170}" srcOrd="2" destOrd="0" parTransId="{DFDDEFB1-A893-47A3-9E1E-F7C704837378}" sibTransId="{4BE73D5A-74FF-4F7E-AE27-C1A376AA71F1}"/>
    <dgm:cxn modelId="{25553BFC-25A0-4B97-8309-CB9CFD6A5628}" type="presOf" srcId="{4E7E99AE-DEFC-456E-8159-D94F23D15170}" destId="{2F35432E-0854-4D1B-B604-C05668EC8451}" srcOrd="0" destOrd="0" presId="urn:microsoft.com/office/officeart/2018/5/layout/IconCircleLabelList"/>
    <dgm:cxn modelId="{9D33A691-43B6-4F24-9C4D-0C0A8418C371}" type="presParOf" srcId="{1F2701AC-59A3-49E7-938F-24DAE7F7EFC5}" destId="{725B1F03-4AAF-4D86-B713-3CBD4EADF770}" srcOrd="0" destOrd="0" presId="urn:microsoft.com/office/officeart/2018/5/layout/IconCircleLabelList"/>
    <dgm:cxn modelId="{206C4249-0F79-4409-9534-93A0126BF3F9}" type="presParOf" srcId="{725B1F03-4AAF-4D86-B713-3CBD4EADF770}" destId="{4ED8A772-5D09-47A3-806C-D47DB3E71A4A}" srcOrd="0" destOrd="0" presId="urn:microsoft.com/office/officeart/2018/5/layout/IconCircleLabelList"/>
    <dgm:cxn modelId="{2A9C2960-BA6E-4D5C-9E80-49B5810981F0}" type="presParOf" srcId="{725B1F03-4AAF-4D86-B713-3CBD4EADF770}" destId="{5A0CC10C-1A38-4F60-8A43-7E19A815F79C}" srcOrd="1" destOrd="0" presId="urn:microsoft.com/office/officeart/2018/5/layout/IconCircleLabelList"/>
    <dgm:cxn modelId="{F7C95DA2-4040-4054-8DAA-722F99CA6A94}" type="presParOf" srcId="{725B1F03-4AAF-4D86-B713-3CBD4EADF770}" destId="{B0F791A2-72EF-42F2-B3B4-565387EAA1B7}" srcOrd="2" destOrd="0" presId="urn:microsoft.com/office/officeart/2018/5/layout/IconCircleLabelList"/>
    <dgm:cxn modelId="{BAECC8BC-0958-4F0B-8E17-E6368AC20AFE}" type="presParOf" srcId="{725B1F03-4AAF-4D86-B713-3CBD4EADF770}" destId="{C40A075F-B723-418D-A539-066B44A5895E}" srcOrd="3" destOrd="0" presId="urn:microsoft.com/office/officeart/2018/5/layout/IconCircleLabelList"/>
    <dgm:cxn modelId="{737F7FE3-7C40-4FB0-A79B-1D3B588E1A70}" type="presParOf" srcId="{1F2701AC-59A3-49E7-938F-24DAE7F7EFC5}" destId="{07CDA849-D9E7-42BE-8685-6C71AAFA8503}" srcOrd="1" destOrd="0" presId="urn:microsoft.com/office/officeart/2018/5/layout/IconCircleLabelList"/>
    <dgm:cxn modelId="{0F86B8BF-1865-406C-B3AC-EFFF564B7D17}" type="presParOf" srcId="{1F2701AC-59A3-49E7-938F-24DAE7F7EFC5}" destId="{F21A57CD-4D50-476D-AE8E-C23DE134A710}" srcOrd="2" destOrd="0" presId="urn:microsoft.com/office/officeart/2018/5/layout/IconCircleLabelList"/>
    <dgm:cxn modelId="{0AE8378D-7000-499B-8A21-EBA6974EB138}" type="presParOf" srcId="{F21A57CD-4D50-476D-AE8E-C23DE134A710}" destId="{0BEA99F5-E54C-47C3-A916-A3BB8CF4A0FF}" srcOrd="0" destOrd="0" presId="urn:microsoft.com/office/officeart/2018/5/layout/IconCircleLabelList"/>
    <dgm:cxn modelId="{827A5295-BCEF-4BAB-B5A2-833F2AFA38CE}" type="presParOf" srcId="{F21A57CD-4D50-476D-AE8E-C23DE134A710}" destId="{A27B792C-F432-4789-BDA7-A8C78524242A}" srcOrd="1" destOrd="0" presId="urn:microsoft.com/office/officeart/2018/5/layout/IconCircleLabelList"/>
    <dgm:cxn modelId="{05DFFA90-B200-46B9-A1C1-C9FA99F2DAEE}" type="presParOf" srcId="{F21A57CD-4D50-476D-AE8E-C23DE134A710}" destId="{678DCB28-2FCE-4CD4-BB91-598D6A76827D}" srcOrd="2" destOrd="0" presId="urn:microsoft.com/office/officeart/2018/5/layout/IconCircleLabelList"/>
    <dgm:cxn modelId="{E5128EBB-3EE0-421C-82CF-D037505DCDEC}" type="presParOf" srcId="{F21A57CD-4D50-476D-AE8E-C23DE134A710}" destId="{012CEB6E-768F-4555-899E-2A2EE2A9E89D}" srcOrd="3" destOrd="0" presId="urn:microsoft.com/office/officeart/2018/5/layout/IconCircleLabelList"/>
    <dgm:cxn modelId="{5AA2BDD1-283F-4E7D-AE73-33825F39013A}" type="presParOf" srcId="{1F2701AC-59A3-49E7-938F-24DAE7F7EFC5}" destId="{9E44CBBF-F22D-4E13-9C08-C33ABE74601C}" srcOrd="3" destOrd="0" presId="urn:microsoft.com/office/officeart/2018/5/layout/IconCircleLabelList"/>
    <dgm:cxn modelId="{1D71AAE6-7D34-4B92-BBDF-18C6FB2FD319}" type="presParOf" srcId="{1F2701AC-59A3-49E7-938F-24DAE7F7EFC5}" destId="{F11EE17F-16D7-466C-A2E7-97067F92FC4E}" srcOrd="4" destOrd="0" presId="urn:microsoft.com/office/officeart/2018/5/layout/IconCircleLabelList"/>
    <dgm:cxn modelId="{AAB6D4B6-8D04-4EAA-9D00-842299D17FE9}" type="presParOf" srcId="{F11EE17F-16D7-466C-A2E7-97067F92FC4E}" destId="{10877156-F2DF-4D5A-BDBF-E415016640AA}" srcOrd="0" destOrd="0" presId="urn:microsoft.com/office/officeart/2018/5/layout/IconCircleLabelList"/>
    <dgm:cxn modelId="{FCBCAE13-0980-439E-863B-365EBF958A74}" type="presParOf" srcId="{F11EE17F-16D7-466C-A2E7-97067F92FC4E}" destId="{06C523C5-4AF7-44F5-A6CE-AD7BAAAED339}" srcOrd="1" destOrd="0" presId="urn:microsoft.com/office/officeart/2018/5/layout/IconCircleLabelList"/>
    <dgm:cxn modelId="{AB1778B7-39D6-4383-923A-C60E1D395FE8}" type="presParOf" srcId="{F11EE17F-16D7-466C-A2E7-97067F92FC4E}" destId="{CC0549D2-0001-42C5-80C4-798FD115281F}" srcOrd="2" destOrd="0" presId="urn:microsoft.com/office/officeart/2018/5/layout/IconCircleLabelList"/>
    <dgm:cxn modelId="{37BA8B36-EB42-4C37-8C99-1DB3DC85BE39}" type="presParOf" srcId="{F11EE17F-16D7-466C-A2E7-97067F92FC4E}" destId="{2F35432E-0854-4D1B-B604-C05668EC845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0B081-9194-448F-BC73-1E327145C835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A7940-188E-425D-BCD2-70219949BFF4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 way of ensuring 24/7 on-call coverage for critical systems</a:t>
          </a:r>
        </a:p>
      </dsp:txBody>
      <dsp:txXfrm>
        <a:off x="0" y="2703"/>
        <a:ext cx="6900512" cy="1843578"/>
      </dsp:txXfrm>
    </dsp:sp>
    <dsp:sp modelId="{459328E3-3B36-4262-A77A-2B2B9387AB2E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8ABCF-C39C-48AA-8F05-B75687BF96C6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Teams or single members are assigned to defined duty periods</a:t>
          </a:r>
        </a:p>
      </dsp:txBody>
      <dsp:txXfrm>
        <a:off x="0" y="1846281"/>
        <a:ext cx="6900512" cy="1843578"/>
      </dsp:txXfrm>
    </dsp:sp>
    <dsp:sp modelId="{57B8C133-E0A6-4828-B94A-A4570DBEC62D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368EA-8D15-4162-B744-C902D4940207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Rotating schedules helps to minimize fatigue and distributes responsibility</a:t>
          </a:r>
        </a:p>
      </dsp:txBody>
      <dsp:txXfrm>
        <a:off x="0" y="3689859"/>
        <a:ext cx="6900512" cy="1843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7933C8-4CB9-4250-BEA8-52B79C18B84E}">
      <dsp:nvSpPr>
        <dsp:cNvPr id="0" name=""/>
        <dsp:cNvSpPr/>
      </dsp:nvSpPr>
      <dsp:spPr>
        <a:xfrm>
          <a:off x="1486831" y="1644"/>
          <a:ext cx="2837464" cy="17024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Supports rapid incident response</a:t>
          </a:r>
        </a:p>
      </dsp:txBody>
      <dsp:txXfrm>
        <a:off x="1486831" y="1644"/>
        <a:ext cx="2837464" cy="1702478"/>
      </dsp:txXfrm>
    </dsp:sp>
    <dsp:sp modelId="{1AE20FFA-8EF5-4301-BAF1-3F1A1740E25D}">
      <dsp:nvSpPr>
        <dsp:cNvPr id="0" name=""/>
        <dsp:cNvSpPr/>
      </dsp:nvSpPr>
      <dsp:spPr>
        <a:xfrm>
          <a:off x="1486831" y="1987870"/>
          <a:ext cx="2837464" cy="170247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Aligns with SRE and DevOps principles</a:t>
          </a:r>
        </a:p>
      </dsp:txBody>
      <dsp:txXfrm>
        <a:off x="1486831" y="1987870"/>
        <a:ext cx="2837464" cy="1702478"/>
      </dsp:txXfrm>
    </dsp:sp>
    <dsp:sp modelId="{BF3E8F27-5BD4-435F-82A0-1E182055A433}">
      <dsp:nvSpPr>
        <dsp:cNvPr id="0" name=""/>
        <dsp:cNvSpPr/>
      </dsp:nvSpPr>
      <dsp:spPr>
        <a:xfrm>
          <a:off x="1486831" y="3974095"/>
          <a:ext cx="2837464" cy="170247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Improves system reliability and overall uptime</a:t>
          </a:r>
        </a:p>
      </dsp:txBody>
      <dsp:txXfrm>
        <a:off x="1486831" y="3974095"/>
        <a:ext cx="2837464" cy="1702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31A7E4-B06F-4559-A80F-7FCBDCB8146B}">
      <dsp:nvSpPr>
        <dsp:cNvPr id="0" name=""/>
        <dsp:cNvSpPr/>
      </dsp:nvSpPr>
      <dsp:spPr>
        <a:xfrm>
          <a:off x="1162225" y="1774"/>
          <a:ext cx="4648902" cy="181880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02" tIns="461976" rIns="90202" bIns="46197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Escalate if primary doesn't respond</a:t>
          </a:r>
        </a:p>
      </dsp:txBody>
      <dsp:txXfrm>
        <a:off x="1162225" y="1774"/>
        <a:ext cx="4648902" cy="1818804"/>
      </dsp:txXfrm>
    </dsp:sp>
    <dsp:sp modelId="{7C009CA8-EE53-40E8-889C-BA497B472AFA}">
      <dsp:nvSpPr>
        <dsp:cNvPr id="0" name=""/>
        <dsp:cNvSpPr/>
      </dsp:nvSpPr>
      <dsp:spPr>
        <a:xfrm>
          <a:off x="0" y="1774"/>
          <a:ext cx="1162225" cy="18188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501" tIns="179657" rIns="61501" bIns="17965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Escalate</a:t>
          </a:r>
        </a:p>
      </dsp:txBody>
      <dsp:txXfrm>
        <a:off x="0" y="1774"/>
        <a:ext cx="1162225" cy="1818804"/>
      </dsp:txXfrm>
    </dsp:sp>
    <dsp:sp modelId="{CC5C35F5-2435-4F2C-8E13-DAE077D41838}">
      <dsp:nvSpPr>
        <dsp:cNvPr id="0" name=""/>
        <dsp:cNvSpPr/>
      </dsp:nvSpPr>
      <dsp:spPr>
        <a:xfrm>
          <a:off x="1162225" y="1929707"/>
          <a:ext cx="4648902" cy="1818804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02" tIns="461976" rIns="90202" bIns="46197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Define secondary and tertiary responders</a:t>
          </a:r>
        </a:p>
      </dsp:txBody>
      <dsp:txXfrm>
        <a:off x="1162225" y="1929707"/>
        <a:ext cx="4648902" cy="1818804"/>
      </dsp:txXfrm>
    </dsp:sp>
    <dsp:sp modelId="{7487A78D-3EFC-4B48-AD99-D3B68007DE06}">
      <dsp:nvSpPr>
        <dsp:cNvPr id="0" name=""/>
        <dsp:cNvSpPr/>
      </dsp:nvSpPr>
      <dsp:spPr>
        <a:xfrm>
          <a:off x="0" y="1929707"/>
          <a:ext cx="1162225" cy="1818804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501" tIns="179657" rIns="61501" bIns="17965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Define</a:t>
          </a:r>
        </a:p>
      </dsp:txBody>
      <dsp:txXfrm>
        <a:off x="0" y="1929707"/>
        <a:ext cx="1162225" cy="1818804"/>
      </dsp:txXfrm>
    </dsp:sp>
    <dsp:sp modelId="{ECB746ED-9E6E-4872-9D58-BBDD68360004}">
      <dsp:nvSpPr>
        <dsp:cNvPr id="0" name=""/>
        <dsp:cNvSpPr/>
      </dsp:nvSpPr>
      <dsp:spPr>
        <a:xfrm>
          <a:off x="1162225" y="3857640"/>
          <a:ext cx="4648902" cy="1818804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02" tIns="461976" rIns="90202" bIns="46197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Include stakeholder contact info</a:t>
          </a:r>
        </a:p>
      </dsp:txBody>
      <dsp:txXfrm>
        <a:off x="1162225" y="3857640"/>
        <a:ext cx="4648902" cy="1818804"/>
      </dsp:txXfrm>
    </dsp:sp>
    <dsp:sp modelId="{9C0CFC8D-9656-4FF9-ADAB-608BB663E29A}">
      <dsp:nvSpPr>
        <dsp:cNvPr id="0" name=""/>
        <dsp:cNvSpPr/>
      </dsp:nvSpPr>
      <dsp:spPr>
        <a:xfrm>
          <a:off x="0" y="3857640"/>
          <a:ext cx="1162225" cy="1818804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501" tIns="179657" rIns="61501" bIns="17965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Include</a:t>
          </a:r>
        </a:p>
      </dsp:txBody>
      <dsp:txXfrm>
        <a:off x="0" y="3857640"/>
        <a:ext cx="1162225" cy="18188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D8A772-5D09-47A3-806C-D47DB3E71A4A}">
      <dsp:nvSpPr>
        <dsp:cNvPr id="0" name=""/>
        <dsp:cNvSpPr/>
      </dsp:nvSpPr>
      <dsp:spPr>
        <a:xfrm>
          <a:off x="679050" y="376937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0CC10C-1A38-4F60-8A43-7E19A815F79C}">
      <dsp:nvSpPr>
        <dsp:cNvPr id="0" name=""/>
        <dsp:cNvSpPr/>
      </dsp:nvSpPr>
      <dsp:spPr>
        <a:xfrm>
          <a:off x="1081237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A075F-B723-418D-A539-066B44A5895E}">
      <dsp:nvSpPr>
        <dsp:cNvPr id="0" name=""/>
        <dsp:cNvSpPr/>
      </dsp:nvSpPr>
      <dsp:spPr>
        <a:xfrm>
          <a:off x="75768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Document shift handoffs with ongoing issues</a:t>
          </a:r>
        </a:p>
      </dsp:txBody>
      <dsp:txXfrm>
        <a:off x="75768" y="2851938"/>
        <a:ext cx="3093750" cy="720000"/>
      </dsp:txXfrm>
    </dsp:sp>
    <dsp:sp modelId="{0BEA99F5-E54C-47C3-A916-A3BB8CF4A0FF}">
      <dsp:nvSpPr>
        <dsp:cNvPr id="0" name=""/>
        <dsp:cNvSpPr/>
      </dsp:nvSpPr>
      <dsp:spPr>
        <a:xfrm>
          <a:off x="4314206" y="376937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B792C-F432-4789-BDA7-A8C78524242A}">
      <dsp:nvSpPr>
        <dsp:cNvPr id="0" name=""/>
        <dsp:cNvSpPr/>
      </dsp:nvSpPr>
      <dsp:spPr>
        <a:xfrm>
          <a:off x="4716393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2CEB6E-768F-4555-899E-2A2EE2A9E89D}">
      <dsp:nvSpPr>
        <dsp:cNvPr id="0" name=""/>
        <dsp:cNvSpPr/>
      </dsp:nvSpPr>
      <dsp:spPr>
        <a:xfrm>
          <a:off x="3710925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Automation tools improve alert routing and scheduling</a:t>
          </a:r>
        </a:p>
      </dsp:txBody>
      <dsp:txXfrm>
        <a:off x="3710925" y="2851938"/>
        <a:ext cx="3093750" cy="720000"/>
      </dsp:txXfrm>
    </dsp:sp>
    <dsp:sp modelId="{10877156-F2DF-4D5A-BDBF-E415016640AA}">
      <dsp:nvSpPr>
        <dsp:cNvPr id="0" name=""/>
        <dsp:cNvSpPr/>
      </dsp:nvSpPr>
      <dsp:spPr>
        <a:xfrm>
          <a:off x="7949362" y="376937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C523C5-4AF7-44F5-A6CE-AD7BAAAED339}">
      <dsp:nvSpPr>
        <dsp:cNvPr id="0" name=""/>
        <dsp:cNvSpPr/>
      </dsp:nvSpPr>
      <dsp:spPr>
        <a:xfrm>
          <a:off x="8351550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5432E-0854-4D1B-B604-C05668EC8451}">
      <dsp:nvSpPr>
        <dsp:cNvPr id="0" name=""/>
        <dsp:cNvSpPr/>
      </dsp:nvSpPr>
      <dsp:spPr>
        <a:xfrm>
          <a:off x="7346081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Continuous improvement via retrospectives reduces risk</a:t>
          </a:r>
        </a:p>
      </dsp:txBody>
      <dsp:txXfrm>
        <a:off x="7346081" y="2851938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rduty.com/resources/incident-management-response/learn/call-rotations-schedules/" TargetMode="External"/><Relationship Id="rId2" Type="http://schemas.openxmlformats.org/officeDocument/2006/relationships/hyperlink" Target="https://alertops.com/on-call-rotati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pp.grammarly.com/" TargetMode="External"/><Relationship Id="rId4" Type="http://schemas.openxmlformats.org/officeDocument/2006/relationships/hyperlink" Target="https://www.pagerly.io/blog/how-to-set-oncall-rot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riting an appointment on a paper agenda">
            <a:extLst>
              <a:ext uri="{FF2B5EF4-FFF2-40B4-BE49-F238E27FC236}">
                <a16:creationId xmlns:a16="http://schemas.microsoft.com/office/drawing/2014/main" id="{9A87A9C0-53E8-302A-E7A7-0991BB505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605" r="-2" b="-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Pager Rotation Duties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Cameron Mendez</a:t>
            </a:r>
          </a:p>
          <a:p>
            <a:r>
              <a:rPr lang="en-US" sz="1700">
                <a:solidFill>
                  <a:srgbClr val="FFFFFF"/>
                </a:solidFill>
              </a:rPr>
              <a:t>CSD-380 Module-7</a:t>
            </a:r>
          </a:p>
          <a:p>
            <a:r>
              <a:rPr lang="en-US" sz="1700">
                <a:solidFill>
                  <a:srgbClr val="FFFFFF"/>
                </a:solidFill>
              </a:rPr>
              <a:t>02/22/2026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DE1C3-E11E-803E-F938-68059E29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What is Pager Rotation?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3F21EB-655A-EB99-A0F5-84A3A4520A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66794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1718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FC5AE-C0C2-FC2E-FCB9-B619CCA72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4600">
                <a:solidFill>
                  <a:srgbClr val="FFFFFF"/>
                </a:solidFill>
              </a:rPr>
              <a:t>Pager Rotation in DevOps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F1E39B-D2A1-9FDC-30D9-2C6B21040D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408363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320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B17680-469F-6AA7-979B-08E405D8A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Best Practice: Defined Schedules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ADC9E-0C94-1829-64BB-6150946D6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Rotation length clearly set (e.g. 1 week)</a:t>
            </a:r>
          </a:p>
          <a:p>
            <a:r>
              <a:rPr lang="en-US" sz="2200"/>
              <a:t>Backup on-call included for emergencies</a:t>
            </a:r>
          </a:p>
          <a:p>
            <a:r>
              <a:rPr lang="en-US" sz="2200"/>
              <a:t>Schedule communicated in advance</a:t>
            </a:r>
          </a:p>
        </p:txBody>
      </p:sp>
      <p:pic>
        <p:nvPicPr>
          <p:cNvPr id="5" name="Picture 4" descr="Periodic table of elements">
            <a:extLst>
              <a:ext uri="{FF2B5EF4-FFF2-40B4-BE49-F238E27FC236}">
                <a16:creationId xmlns:a16="http://schemas.microsoft.com/office/drawing/2014/main" id="{4D09C474-BA62-F8E9-361F-B11D7C9EB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12" r="21440" b="9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1947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D750C-A23C-68FB-5E5E-953B1110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Best Practice: Fairness &amp; Burnout Prevention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1D981-6672-5991-525F-BCB4E0C9A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Avoid long/unpredictable rotations</a:t>
            </a:r>
          </a:p>
          <a:p>
            <a:r>
              <a:rPr lang="en-US" dirty="0"/>
              <a:t>Balance workload across team members</a:t>
            </a:r>
          </a:p>
          <a:p>
            <a:r>
              <a:rPr lang="en-US" dirty="0"/>
              <a:t>Automate scheduling to reduce errors</a:t>
            </a:r>
          </a:p>
        </p:txBody>
      </p:sp>
    </p:spTree>
    <p:extLst>
      <p:ext uri="{BB962C8B-B14F-4D97-AF65-F5344CB8AC3E}">
        <p14:creationId xmlns:p14="http://schemas.microsoft.com/office/powerpoint/2010/main" val="48963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BED30-E77B-198F-3C07-67CF0637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4200">
                <a:solidFill>
                  <a:srgbClr val="FFFFFF"/>
                </a:solidFill>
              </a:rPr>
              <a:t>Best Practice: Escalation Policies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D2D15109-1E39-1FE2-AE8E-648CAB895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3656017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479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8B5563-DC42-CB84-373C-95048900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/>
              <a:t>Handoffs, Documentation, &amp; Automation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375783-B94B-B89F-2D9C-B8F59C94B2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2063862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3250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DBC6D-878A-3E25-2D2C-5B408DA5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References: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D6F6C-F2B0-F5BE-5A5F-13461679A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ea typeface="+mn-lt"/>
                <a:cs typeface="+mn-lt"/>
              </a:rPr>
              <a:t>Kim, G., Humble, J., Debois, P., &amp; Willis, J. (2016). </a:t>
            </a:r>
            <a:r>
              <a:rPr lang="en-US" sz="1700" i="1" dirty="0">
                <a:ea typeface="+mn-lt"/>
                <a:cs typeface="+mn-lt"/>
              </a:rPr>
              <a:t>The DevOps Handbook: How to Create World-Class Agility, Reliability, &amp; Security in Technology Organizations</a:t>
            </a:r>
            <a:r>
              <a:rPr lang="en-US" sz="1700" dirty="0">
                <a:ea typeface="+mn-lt"/>
                <a:cs typeface="+mn-lt"/>
              </a:rPr>
              <a:t>. IT Revolution Press. (Chapter 16)</a:t>
            </a:r>
            <a:endParaRPr lang="en-US" sz="1700" dirty="0"/>
          </a:p>
          <a:p>
            <a:pPr marL="0" indent="0">
              <a:buNone/>
            </a:pPr>
            <a:endParaRPr lang="en-US" sz="17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700" dirty="0" err="1">
                <a:ea typeface="+mn-lt"/>
                <a:cs typeface="+mn-lt"/>
              </a:rPr>
              <a:t>AlertOps</a:t>
            </a:r>
            <a:r>
              <a:rPr lang="en-US" sz="1700" dirty="0">
                <a:ea typeface="+mn-lt"/>
                <a:cs typeface="+mn-lt"/>
              </a:rPr>
              <a:t>. (n.d.). </a:t>
            </a:r>
            <a:r>
              <a:rPr lang="en-US" sz="1700" i="1" dirty="0">
                <a:ea typeface="+mn-lt"/>
                <a:cs typeface="+mn-lt"/>
              </a:rPr>
              <a:t>On-call rotation</a:t>
            </a:r>
            <a:r>
              <a:rPr lang="en-US" sz="1700" dirty="0">
                <a:ea typeface="+mn-lt"/>
                <a:cs typeface="+mn-lt"/>
              </a:rPr>
              <a:t>. </a:t>
            </a:r>
            <a:r>
              <a:rPr lang="en-US" sz="1700" dirty="0">
                <a:ea typeface="+mn-lt"/>
                <a:cs typeface="+mn-lt"/>
                <a:hlinkClick r:id="rId2"/>
              </a:rPr>
              <a:t>https://alertops.com/on-call-rotation/</a:t>
            </a:r>
            <a:endParaRPr lang="en-US" sz="1700" dirty="0"/>
          </a:p>
          <a:p>
            <a:pPr>
              <a:buNone/>
            </a:pPr>
            <a:endParaRPr lang="en-US" sz="17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700" dirty="0">
                <a:ea typeface="+mn-lt"/>
                <a:cs typeface="+mn-lt"/>
              </a:rPr>
              <a:t>PagerDuty. (n.d.). </a:t>
            </a:r>
            <a:r>
              <a:rPr lang="en-US" sz="1700" i="1" dirty="0">
                <a:ea typeface="+mn-lt"/>
                <a:cs typeface="+mn-lt"/>
              </a:rPr>
              <a:t>Call rotations &amp; schedules: Best practices for reliable incident response</a:t>
            </a:r>
            <a:r>
              <a:rPr lang="en-US" sz="1700" dirty="0">
                <a:ea typeface="+mn-lt"/>
                <a:cs typeface="+mn-lt"/>
              </a:rPr>
              <a:t>. </a:t>
            </a:r>
            <a:r>
              <a:rPr lang="en-US" sz="1700" dirty="0">
                <a:ea typeface="+mn-lt"/>
                <a:cs typeface="+mn-lt"/>
                <a:hlinkClick r:id="rId3"/>
              </a:rPr>
              <a:t>https://www.pagerduty.com/resources/incident-management-response/learn/call-rotations-schedules/</a:t>
            </a:r>
            <a:endParaRPr lang="en-US" sz="1700" dirty="0"/>
          </a:p>
          <a:p>
            <a:pPr>
              <a:buNone/>
            </a:pPr>
            <a:endParaRPr lang="en-US" sz="17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700" dirty="0" err="1">
                <a:ea typeface="+mn-lt"/>
                <a:cs typeface="+mn-lt"/>
              </a:rPr>
              <a:t>Pagerly</a:t>
            </a:r>
            <a:r>
              <a:rPr lang="en-US" sz="1700" dirty="0">
                <a:ea typeface="+mn-lt"/>
                <a:cs typeface="+mn-lt"/>
              </a:rPr>
              <a:t>. (2023). </a:t>
            </a:r>
            <a:r>
              <a:rPr lang="en-US" sz="1700" i="1" dirty="0">
                <a:ea typeface="+mn-lt"/>
                <a:cs typeface="+mn-lt"/>
              </a:rPr>
              <a:t>How to set on-call rotations: Tips for DevOps teams</a:t>
            </a:r>
            <a:r>
              <a:rPr lang="en-US" sz="1700" dirty="0">
                <a:ea typeface="+mn-lt"/>
                <a:cs typeface="+mn-lt"/>
              </a:rPr>
              <a:t>. </a:t>
            </a:r>
            <a:r>
              <a:rPr lang="en-US" sz="1700" dirty="0">
                <a:ea typeface="+mn-lt"/>
                <a:cs typeface="+mn-lt"/>
                <a:hlinkClick r:id="rId4"/>
              </a:rPr>
              <a:t>https://www.pagerly.io/blog/how-to-set-oncall-rotations</a:t>
            </a:r>
            <a:endParaRPr lang="en-US" sz="1700" dirty="0">
              <a:ea typeface="+mn-lt"/>
              <a:cs typeface="+mn-lt"/>
            </a:endParaRPr>
          </a:p>
          <a:p>
            <a:pPr>
              <a:buNone/>
            </a:pPr>
            <a:endParaRPr lang="en-US" sz="17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700" dirty="0"/>
              <a:t>Grammarly. (n.d.). </a:t>
            </a:r>
            <a:r>
              <a:rPr lang="en-US" sz="1700" i="1" dirty="0"/>
              <a:t>Grammarly generative AI features</a:t>
            </a:r>
            <a:r>
              <a:rPr lang="en-US" sz="1700" dirty="0"/>
              <a:t>. Grammarly, Inc.</a:t>
            </a:r>
          </a:p>
          <a:p>
            <a:pPr marL="0" indent="0">
              <a:buNone/>
            </a:pPr>
            <a:r>
              <a:rPr lang="en-US" sz="1700" u="sng" dirty="0">
                <a:hlinkClick r:id="rId5"/>
              </a:rPr>
              <a:t>https://app.grammarly.com/</a:t>
            </a:r>
            <a:endParaRPr lang="en-US" sz="1700" dirty="0"/>
          </a:p>
          <a:p>
            <a:pPr>
              <a:buNone/>
            </a:pPr>
            <a:endParaRPr lang="en-US" sz="17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91323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309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Pager Rotation Duties</vt:lpstr>
      <vt:lpstr>What is Pager Rotation?</vt:lpstr>
      <vt:lpstr>Pager Rotation in DevOps</vt:lpstr>
      <vt:lpstr>Best Practice: Defined Schedules</vt:lpstr>
      <vt:lpstr>Best Practice: Fairness &amp; Burnout Prevention</vt:lpstr>
      <vt:lpstr>Best Practice: Escalation Policies</vt:lpstr>
      <vt:lpstr>Handoffs, Documentation, &amp; Automation</vt:lpstr>
      <vt:lpstr>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Cameron Mendez</cp:lastModifiedBy>
  <cp:revision>112</cp:revision>
  <dcterms:created xsi:type="dcterms:W3CDTF">2026-02-22T15:37:57Z</dcterms:created>
  <dcterms:modified xsi:type="dcterms:W3CDTF">2026-02-22T20:55:42Z</dcterms:modified>
</cp:coreProperties>
</file>