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5F2D8A-9E9B-197B-3C05-9305CFA3CDDF}" v="784" dt="2026-03-01T17:09:16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A90D79-D3A8-497C-80C1-89C4513451B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F87781B-174C-4341-9C42-16DD8346D26F}">
      <dgm:prSet/>
      <dgm:spPr/>
      <dgm:t>
        <a:bodyPr/>
        <a:lstStyle/>
        <a:p>
          <a:pPr>
            <a:defRPr cap="all"/>
          </a:pPr>
          <a:r>
            <a:rPr lang="en-US"/>
            <a:t>A workplace culture that balances accountability and learning</a:t>
          </a:r>
        </a:p>
      </dgm:t>
    </dgm:pt>
    <dgm:pt modelId="{9C6FD954-7FA4-42B6-8983-8F324C767682}" type="parTrans" cxnId="{CEDE0C73-01B8-4017-B964-F3B2C9721F8C}">
      <dgm:prSet/>
      <dgm:spPr/>
      <dgm:t>
        <a:bodyPr/>
        <a:lstStyle/>
        <a:p>
          <a:endParaRPr lang="en-US"/>
        </a:p>
      </dgm:t>
    </dgm:pt>
    <dgm:pt modelId="{47738D95-80BB-4950-A318-34A46762343E}" type="sibTrans" cxnId="{CEDE0C73-01B8-4017-B964-F3B2C9721F8C}">
      <dgm:prSet/>
      <dgm:spPr/>
      <dgm:t>
        <a:bodyPr/>
        <a:lstStyle/>
        <a:p>
          <a:endParaRPr lang="en-US"/>
        </a:p>
      </dgm:t>
    </dgm:pt>
    <dgm:pt modelId="{BD4251A7-BA32-4475-B218-0B6625D221E4}">
      <dgm:prSet/>
      <dgm:spPr/>
      <dgm:t>
        <a:bodyPr/>
        <a:lstStyle/>
        <a:p>
          <a:pPr>
            <a:defRPr cap="all"/>
          </a:pPr>
          <a:r>
            <a:rPr lang="en-US"/>
            <a:t>Encourages reporting of errors without unfair punishment</a:t>
          </a:r>
        </a:p>
      </dgm:t>
    </dgm:pt>
    <dgm:pt modelId="{84776F11-26ED-4694-B26D-769B82F20198}" type="parTrans" cxnId="{8B3BAC19-DB53-475A-925A-2759A43145EF}">
      <dgm:prSet/>
      <dgm:spPr/>
      <dgm:t>
        <a:bodyPr/>
        <a:lstStyle/>
        <a:p>
          <a:endParaRPr lang="en-US"/>
        </a:p>
      </dgm:t>
    </dgm:pt>
    <dgm:pt modelId="{4ED4EB28-4E60-4736-AD59-C1E2479B3120}" type="sibTrans" cxnId="{8B3BAC19-DB53-475A-925A-2759A43145EF}">
      <dgm:prSet/>
      <dgm:spPr/>
      <dgm:t>
        <a:bodyPr/>
        <a:lstStyle/>
        <a:p>
          <a:endParaRPr lang="en-US"/>
        </a:p>
      </dgm:t>
    </dgm:pt>
    <dgm:pt modelId="{20578579-6B6E-43E1-9ECC-06B582432FB4}">
      <dgm:prSet/>
      <dgm:spPr/>
      <dgm:t>
        <a:bodyPr/>
        <a:lstStyle/>
        <a:p>
          <a:pPr>
            <a:defRPr cap="all"/>
          </a:pPr>
          <a:r>
            <a:rPr lang="en-US"/>
            <a:t>Promotes improvement, safety, and trust among teams</a:t>
          </a:r>
        </a:p>
      </dgm:t>
    </dgm:pt>
    <dgm:pt modelId="{66DADF39-797D-4823-A1A7-47E7A0D8E820}" type="parTrans" cxnId="{2E71156E-3CAE-4323-AF19-9E2AA1E42CCD}">
      <dgm:prSet/>
      <dgm:spPr/>
      <dgm:t>
        <a:bodyPr/>
        <a:lstStyle/>
        <a:p>
          <a:endParaRPr lang="en-US"/>
        </a:p>
      </dgm:t>
    </dgm:pt>
    <dgm:pt modelId="{4EAA3464-0DFE-429A-97B0-65434AD6842B}" type="sibTrans" cxnId="{2E71156E-3CAE-4323-AF19-9E2AA1E42CCD}">
      <dgm:prSet/>
      <dgm:spPr/>
      <dgm:t>
        <a:bodyPr/>
        <a:lstStyle/>
        <a:p>
          <a:endParaRPr lang="en-US"/>
        </a:p>
      </dgm:t>
    </dgm:pt>
    <dgm:pt modelId="{8847317A-EE4A-4EEE-9A8E-B952A72BD2C6}" type="pres">
      <dgm:prSet presAssocID="{DCA90D79-D3A8-497C-80C1-89C4513451B4}" presName="root" presStyleCnt="0">
        <dgm:presLayoutVars>
          <dgm:dir/>
          <dgm:resizeHandles val="exact"/>
        </dgm:presLayoutVars>
      </dgm:prSet>
      <dgm:spPr/>
    </dgm:pt>
    <dgm:pt modelId="{5712C87C-126A-4CD4-A6D6-BF054E395358}" type="pres">
      <dgm:prSet presAssocID="{7F87781B-174C-4341-9C42-16DD8346D26F}" presName="compNode" presStyleCnt="0"/>
      <dgm:spPr/>
    </dgm:pt>
    <dgm:pt modelId="{98C09EDF-6151-4D16-B444-EF263C0BF38D}" type="pres">
      <dgm:prSet presAssocID="{7F87781B-174C-4341-9C42-16DD8346D26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7FA22D0-45D9-4B0C-836F-7D63566A15D0}" type="pres">
      <dgm:prSet presAssocID="{7F87781B-174C-4341-9C42-16DD8346D26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E2D57B63-7450-4DC0-87C8-CD219D39B252}" type="pres">
      <dgm:prSet presAssocID="{7F87781B-174C-4341-9C42-16DD8346D26F}" presName="spaceRect" presStyleCnt="0"/>
      <dgm:spPr/>
    </dgm:pt>
    <dgm:pt modelId="{7B1F4490-C783-433E-B66D-A08F7C956A46}" type="pres">
      <dgm:prSet presAssocID="{7F87781B-174C-4341-9C42-16DD8346D26F}" presName="textRect" presStyleLbl="revTx" presStyleIdx="0" presStyleCnt="3">
        <dgm:presLayoutVars>
          <dgm:chMax val="1"/>
          <dgm:chPref val="1"/>
        </dgm:presLayoutVars>
      </dgm:prSet>
      <dgm:spPr/>
    </dgm:pt>
    <dgm:pt modelId="{96213392-7B7C-4A41-A54D-5678E95BEFE5}" type="pres">
      <dgm:prSet presAssocID="{47738D95-80BB-4950-A318-34A46762343E}" presName="sibTrans" presStyleCnt="0"/>
      <dgm:spPr/>
    </dgm:pt>
    <dgm:pt modelId="{A6424E42-E304-4C00-A388-69275BE6EA74}" type="pres">
      <dgm:prSet presAssocID="{BD4251A7-BA32-4475-B218-0B6625D221E4}" presName="compNode" presStyleCnt="0"/>
      <dgm:spPr/>
    </dgm:pt>
    <dgm:pt modelId="{B8DEF016-AA36-4488-B25D-77FEB5B68629}" type="pres">
      <dgm:prSet presAssocID="{BD4251A7-BA32-4475-B218-0B6625D221E4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93AF7A7-B5E1-4B9B-BA41-C7120B99ED18}" type="pres">
      <dgm:prSet presAssocID="{BD4251A7-BA32-4475-B218-0B6625D221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A90020FD-70B1-4F32-A1E3-C4A4BAA239E0}" type="pres">
      <dgm:prSet presAssocID="{BD4251A7-BA32-4475-B218-0B6625D221E4}" presName="spaceRect" presStyleCnt="0"/>
      <dgm:spPr/>
    </dgm:pt>
    <dgm:pt modelId="{D032A73D-D322-4CAA-BF5F-AE624CC3DB12}" type="pres">
      <dgm:prSet presAssocID="{BD4251A7-BA32-4475-B218-0B6625D221E4}" presName="textRect" presStyleLbl="revTx" presStyleIdx="1" presStyleCnt="3">
        <dgm:presLayoutVars>
          <dgm:chMax val="1"/>
          <dgm:chPref val="1"/>
        </dgm:presLayoutVars>
      </dgm:prSet>
      <dgm:spPr/>
    </dgm:pt>
    <dgm:pt modelId="{7E296259-E62B-4C8E-AB2C-59632FAF2E83}" type="pres">
      <dgm:prSet presAssocID="{4ED4EB28-4E60-4736-AD59-C1E2479B3120}" presName="sibTrans" presStyleCnt="0"/>
      <dgm:spPr/>
    </dgm:pt>
    <dgm:pt modelId="{365449CA-6213-402E-A168-0005BCB4C4EB}" type="pres">
      <dgm:prSet presAssocID="{20578579-6B6E-43E1-9ECC-06B582432FB4}" presName="compNode" presStyleCnt="0"/>
      <dgm:spPr/>
    </dgm:pt>
    <dgm:pt modelId="{CFAD8511-9B47-4272-AA76-281E17E58942}" type="pres">
      <dgm:prSet presAssocID="{20578579-6B6E-43E1-9ECC-06B582432FB4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70C38FB-6BF9-4973-9FE7-255D2B27286E}" type="pres">
      <dgm:prSet presAssocID="{20578579-6B6E-43E1-9ECC-06B582432FB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734E694E-6D57-4E87-9DC7-F186F6F4587D}" type="pres">
      <dgm:prSet presAssocID="{20578579-6B6E-43E1-9ECC-06B582432FB4}" presName="spaceRect" presStyleCnt="0"/>
      <dgm:spPr/>
    </dgm:pt>
    <dgm:pt modelId="{7A045988-745E-41B9-B967-08D060D58AC0}" type="pres">
      <dgm:prSet presAssocID="{20578579-6B6E-43E1-9ECC-06B582432FB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B3BAC19-DB53-475A-925A-2759A43145EF}" srcId="{DCA90D79-D3A8-497C-80C1-89C4513451B4}" destId="{BD4251A7-BA32-4475-B218-0B6625D221E4}" srcOrd="1" destOrd="0" parTransId="{84776F11-26ED-4694-B26D-769B82F20198}" sibTransId="{4ED4EB28-4E60-4736-AD59-C1E2479B3120}"/>
    <dgm:cxn modelId="{8CE4A224-CC13-4D96-A9FD-78C94D47C05F}" type="presOf" srcId="{20578579-6B6E-43E1-9ECC-06B582432FB4}" destId="{7A045988-745E-41B9-B967-08D060D58AC0}" srcOrd="0" destOrd="0" presId="urn:microsoft.com/office/officeart/2018/5/layout/IconLeafLabelList"/>
    <dgm:cxn modelId="{DAAFF73B-AC38-40A7-A52D-362633D8FD2C}" type="presOf" srcId="{7F87781B-174C-4341-9C42-16DD8346D26F}" destId="{7B1F4490-C783-433E-B66D-A08F7C956A46}" srcOrd="0" destOrd="0" presId="urn:microsoft.com/office/officeart/2018/5/layout/IconLeafLabelList"/>
    <dgm:cxn modelId="{41AAA03C-FEA5-4545-9C4E-CBBF2407E885}" type="presOf" srcId="{BD4251A7-BA32-4475-B218-0B6625D221E4}" destId="{D032A73D-D322-4CAA-BF5F-AE624CC3DB12}" srcOrd="0" destOrd="0" presId="urn:microsoft.com/office/officeart/2018/5/layout/IconLeafLabelList"/>
    <dgm:cxn modelId="{2E71156E-3CAE-4323-AF19-9E2AA1E42CCD}" srcId="{DCA90D79-D3A8-497C-80C1-89C4513451B4}" destId="{20578579-6B6E-43E1-9ECC-06B582432FB4}" srcOrd="2" destOrd="0" parTransId="{66DADF39-797D-4823-A1A7-47E7A0D8E820}" sibTransId="{4EAA3464-0DFE-429A-97B0-65434AD6842B}"/>
    <dgm:cxn modelId="{CEDE0C73-01B8-4017-B964-F3B2C9721F8C}" srcId="{DCA90D79-D3A8-497C-80C1-89C4513451B4}" destId="{7F87781B-174C-4341-9C42-16DD8346D26F}" srcOrd="0" destOrd="0" parTransId="{9C6FD954-7FA4-42B6-8983-8F324C767682}" sibTransId="{47738D95-80BB-4950-A318-34A46762343E}"/>
    <dgm:cxn modelId="{3FC92AEF-CD4F-4ABE-B85C-D4F7C13069A6}" type="presOf" srcId="{DCA90D79-D3A8-497C-80C1-89C4513451B4}" destId="{8847317A-EE4A-4EEE-9A8E-B952A72BD2C6}" srcOrd="0" destOrd="0" presId="urn:microsoft.com/office/officeart/2018/5/layout/IconLeafLabelList"/>
    <dgm:cxn modelId="{B4EC650B-EDB8-4199-8224-BA782341DE60}" type="presParOf" srcId="{8847317A-EE4A-4EEE-9A8E-B952A72BD2C6}" destId="{5712C87C-126A-4CD4-A6D6-BF054E395358}" srcOrd="0" destOrd="0" presId="urn:microsoft.com/office/officeart/2018/5/layout/IconLeafLabelList"/>
    <dgm:cxn modelId="{7D9E40B4-1222-4DCB-BA79-B9F3F6B2D244}" type="presParOf" srcId="{5712C87C-126A-4CD4-A6D6-BF054E395358}" destId="{98C09EDF-6151-4D16-B444-EF263C0BF38D}" srcOrd="0" destOrd="0" presId="urn:microsoft.com/office/officeart/2018/5/layout/IconLeafLabelList"/>
    <dgm:cxn modelId="{EAB4FC5A-F194-4482-BB7B-6C7DDB1105A8}" type="presParOf" srcId="{5712C87C-126A-4CD4-A6D6-BF054E395358}" destId="{27FA22D0-45D9-4B0C-836F-7D63566A15D0}" srcOrd="1" destOrd="0" presId="urn:microsoft.com/office/officeart/2018/5/layout/IconLeafLabelList"/>
    <dgm:cxn modelId="{DDD7FCBF-DFDB-4644-870B-FF09EED443FC}" type="presParOf" srcId="{5712C87C-126A-4CD4-A6D6-BF054E395358}" destId="{E2D57B63-7450-4DC0-87C8-CD219D39B252}" srcOrd="2" destOrd="0" presId="urn:microsoft.com/office/officeart/2018/5/layout/IconLeafLabelList"/>
    <dgm:cxn modelId="{A8CCA18F-E533-42C2-9BFA-1A7A9EA3CE85}" type="presParOf" srcId="{5712C87C-126A-4CD4-A6D6-BF054E395358}" destId="{7B1F4490-C783-433E-B66D-A08F7C956A46}" srcOrd="3" destOrd="0" presId="urn:microsoft.com/office/officeart/2018/5/layout/IconLeafLabelList"/>
    <dgm:cxn modelId="{FD31A843-6D59-419D-9DFA-3B90E1ED6B7E}" type="presParOf" srcId="{8847317A-EE4A-4EEE-9A8E-B952A72BD2C6}" destId="{96213392-7B7C-4A41-A54D-5678E95BEFE5}" srcOrd="1" destOrd="0" presId="urn:microsoft.com/office/officeart/2018/5/layout/IconLeafLabelList"/>
    <dgm:cxn modelId="{401F074C-88BE-47D0-9BE1-780F939FC8D9}" type="presParOf" srcId="{8847317A-EE4A-4EEE-9A8E-B952A72BD2C6}" destId="{A6424E42-E304-4C00-A388-69275BE6EA74}" srcOrd="2" destOrd="0" presId="urn:microsoft.com/office/officeart/2018/5/layout/IconLeafLabelList"/>
    <dgm:cxn modelId="{53C52D86-D03F-4D60-B2DA-4354A094A74E}" type="presParOf" srcId="{A6424E42-E304-4C00-A388-69275BE6EA74}" destId="{B8DEF016-AA36-4488-B25D-77FEB5B68629}" srcOrd="0" destOrd="0" presId="urn:microsoft.com/office/officeart/2018/5/layout/IconLeafLabelList"/>
    <dgm:cxn modelId="{B579C973-E855-4080-82D3-69073B50A95C}" type="presParOf" srcId="{A6424E42-E304-4C00-A388-69275BE6EA74}" destId="{C93AF7A7-B5E1-4B9B-BA41-C7120B99ED18}" srcOrd="1" destOrd="0" presId="urn:microsoft.com/office/officeart/2018/5/layout/IconLeafLabelList"/>
    <dgm:cxn modelId="{F65963BD-4F64-448F-8FF9-70B41B2F0E27}" type="presParOf" srcId="{A6424E42-E304-4C00-A388-69275BE6EA74}" destId="{A90020FD-70B1-4F32-A1E3-C4A4BAA239E0}" srcOrd="2" destOrd="0" presId="urn:microsoft.com/office/officeart/2018/5/layout/IconLeafLabelList"/>
    <dgm:cxn modelId="{30D0A3C5-7EA8-4355-A4E6-4F15A5C503B9}" type="presParOf" srcId="{A6424E42-E304-4C00-A388-69275BE6EA74}" destId="{D032A73D-D322-4CAA-BF5F-AE624CC3DB12}" srcOrd="3" destOrd="0" presId="urn:microsoft.com/office/officeart/2018/5/layout/IconLeafLabelList"/>
    <dgm:cxn modelId="{55653009-3D9F-4432-A0C9-F11F88811E8B}" type="presParOf" srcId="{8847317A-EE4A-4EEE-9A8E-B952A72BD2C6}" destId="{7E296259-E62B-4C8E-AB2C-59632FAF2E83}" srcOrd="3" destOrd="0" presId="urn:microsoft.com/office/officeart/2018/5/layout/IconLeafLabelList"/>
    <dgm:cxn modelId="{773BEFFA-BEA9-4C8B-9092-1DABF83003F4}" type="presParOf" srcId="{8847317A-EE4A-4EEE-9A8E-B952A72BD2C6}" destId="{365449CA-6213-402E-A168-0005BCB4C4EB}" srcOrd="4" destOrd="0" presId="urn:microsoft.com/office/officeart/2018/5/layout/IconLeafLabelList"/>
    <dgm:cxn modelId="{9EB62B3D-542A-4D27-A7E0-1A91445A55E4}" type="presParOf" srcId="{365449CA-6213-402E-A168-0005BCB4C4EB}" destId="{CFAD8511-9B47-4272-AA76-281E17E58942}" srcOrd="0" destOrd="0" presId="urn:microsoft.com/office/officeart/2018/5/layout/IconLeafLabelList"/>
    <dgm:cxn modelId="{F1F05925-9123-4B04-8115-2F37257BA1F0}" type="presParOf" srcId="{365449CA-6213-402E-A168-0005BCB4C4EB}" destId="{A70C38FB-6BF9-4973-9FE7-255D2B27286E}" srcOrd="1" destOrd="0" presId="urn:microsoft.com/office/officeart/2018/5/layout/IconLeafLabelList"/>
    <dgm:cxn modelId="{96F0B554-163D-4078-AB2E-494046AD4EAA}" type="presParOf" srcId="{365449CA-6213-402E-A168-0005BCB4C4EB}" destId="{734E694E-6D57-4E87-9DC7-F186F6F4587D}" srcOrd="2" destOrd="0" presId="urn:microsoft.com/office/officeart/2018/5/layout/IconLeafLabelList"/>
    <dgm:cxn modelId="{3CB36465-68E7-4DB9-BCC9-90F05B2A5F37}" type="presParOf" srcId="{365449CA-6213-402E-A168-0005BCB4C4EB}" destId="{7A045988-745E-41B9-B967-08D060D58AC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B5682E-4DDC-456C-AA2C-7E70D201FAE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70B4F32-3DFC-4D25-9D4D-DE5150851C6D}">
      <dgm:prSet/>
      <dgm:spPr/>
      <dgm:t>
        <a:bodyPr/>
        <a:lstStyle/>
        <a:p>
          <a:pPr>
            <a:defRPr cap="all"/>
          </a:pPr>
          <a:r>
            <a:rPr lang="en-US"/>
            <a:t>Senior leaders may not fully support just culture initiatives</a:t>
          </a:r>
        </a:p>
      </dgm:t>
    </dgm:pt>
    <dgm:pt modelId="{B1CDE746-04A4-45EF-8881-8A727FB2743E}" type="parTrans" cxnId="{BF5D8161-F3E7-41E1-8475-7924A828934F}">
      <dgm:prSet/>
      <dgm:spPr/>
      <dgm:t>
        <a:bodyPr/>
        <a:lstStyle/>
        <a:p>
          <a:endParaRPr lang="en-US"/>
        </a:p>
      </dgm:t>
    </dgm:pt>
    <dgm:pt modelId="{1C3FCD83-51A0-4AC5-9EA8-CE682499880C}" type="sibTrans" cxnId="{BF5D8161-F3E7-41E1-8475-7924A828934F}">
      <dgm:prSet/>
      <dgm:spPr/>
      <dgm:t>
        <a:bodyPr/>
        <a:lstStyle/>
        <a:p>
          <a:endParaRPr lang="en-US"/>
        </a:p>
      </dgm:t>
    </dgm:pt>
    <dgm:pt modelId="{F13FAC42-708F-4507-8FAD-45ACEBEC2F51}">
      <dgm:prSet/>
      <dgm:spPr/>
      <dgm:t>
        <a:bodyPr/>
        <a:lstStyle/>
        <a:p>
          <a:pPr>
            <a:defRPr cap="all"/>
          </a:pPr>
          <a:r>
            <a:rPr lang="en-US"/>
            <a:t>Without sponsorship, change falters</a:t>
          </a:r>
        </a:p>
      </dgm:t>
    </dgm:pt>
    <dgm:pt modelId="{08CEBCF1-B95C-49A3-9259-598E170B430A}" type="parTrans" cxnId="{342091A9-D998-4CF1-9D59-37515B8A98F1}">
      <dgm:prSet/>
      <dgm:spPr/>
      <dgm:t>
        <a:bodyPr/>
        <a:lstStyle/>
        <a:p>
          <a:endParaRPr lang="en-US"/>
        </a:p>
      </dgm:t>
    </dgm:pt>
    <dgm:pt modelId="{0A7885B2-0A49-44A8-B9A8-1F458BBB9AC0}" type="sibTrans" cxnId="{342091A9-D998-4CF1-9D59-37515B8A98F1}">
      <dgm:prSet/>
      <dgm:spPr/>
      <dgm:t>
        <a:bodyPr/>
        <a:lstStyle/>
        <a:p>
          <a:endParaRPr lang="en-US"/>
        </a:p>
      </dgm:t>
    </dgm:pt>
    <dgm:pt modelId="{7C61EA11-82D5-4F29-B236-1948EF18EAB7}">
      <dgm:prSet/>
      <dgm:spPr/>
      <dgm:t>
        <a:bodyPr/>
        <a:lstStyle/>
        <a:p>
          <a:pPr>
            <a:defRPr cap="all"/>
          </a:pPr>
          <a:r>
            <a:rPr lang="en-US"/>
            <a:t>Leadership must role-model accountability and learning</a:t>
          </a:r>
        </a:p>
      </dgm:t>
    </dgm:pt>
    <dgm:pt modelId="{EF414BA9-CE6C-4C10-A29A-6F89E54FD322}" type="parTrans" cxnId="{DE68E5C7-7C58-4293-8830-B6B7D544D163}">
      <dgm:prSet/>
      <dgm:spPr/>
      <dgm:t>
        <a:bodyPr/>
        <a:lstStyle/>
        <a:p>
          <a:endParaRPr lang="en-US"/>
        </a:p>
      </dgm:t>
    </dgm:pt>
    <dgm:pt modelId="{2D06B7D2-CEA6-42D0-B3DD-E071FF996610}" type="sibTrans" cxnId="{DE68E5C7-7C58-4293-8830-B6B7D544D163}">
      <dgm:prSet/>
      <dgm:spPr/>
      <dgm:t>
        <a:bodyPr/>
        <a:lstStyle/>
        <a:p>
          <a:endParaRPr lang="en-US"/>
        </a:p>
      </dgm:t>
    </dgm:pt>
    <dgm:pt modelId="{748CEE72-EBB5-4B70-BDCF-EC22CF1CA86B}" type="pres">
      <dgm:prSet presAssocID="{69B5682E-4DDC-456C-AA2C-7E70D201FAE3}" presName="root" presStyleCnt="0">
        <dgm:presLayoutVars>
          <dgm:dir/>
          <dgm:resizeHandles val="exact"/>
        </dgm:presLayoutVars>
      </dgm:prSet>
      <dgm:spPr/>
    </dgm:pt>
    <dgm:pt modelId="{B1DFFCC0-7A5F-4790-9403-F16EE3632903}" type="pres">
      <dgm:prSet presAssocID="{470B4F32-3DFC-4D25-9D4D-DE5150851C6D}" presName="compNode" presStyleCnt="0"/>
      <dgm:spPr/>
    </dgm:pt>
    <dgm:pt modelId="{63D205A5-35F6-4CF1-BC16-AE96D175D4E7}" type="pres">
      <dgm:prSet presAssocID="{470B4F32-3DFC-4D25-9D4D-DE5150851C6D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451501A-8531-4709-AE06-557988AED805}" type="pres">
      <dgm:prSet presAssocID="{470B4F32-3DFC-4D25-9D4D-DE5150851C6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72CE5B1D-4325-4A7B-A501-C63C11FC60D9}" type="pres">
      <dgm:prSet presAssocID="{470B4F32-3DFC-4D25-9D4D-DE5150851C6D}" presName="spaceRect" presStyleCnt="0"/>
      <dgm:spPr/>
    </dgm:pt>
    <dgm:pt modelId="{B4EF20EE-88E9-4AF9-9A3F-DA3BBF95ADDC}" type="pres">
      <dgm:prSet presAssocID="{470B4F32-3DFC-4D25-9D4D-DE5150851C6D}" presName="textRect" presStyleLbl="revTx" presStyleIdx="0" presStyleCnt="3">
        <dgm:presLayoutVars>
          <dgm:chMax val="1"/>
          <dgm:chPref val="1"/>
        </dgm:presLayoutVars>
      </dgm:prSet>
      <dgm:spPr/>
    </dgm:pt>
    <dgm:pt modelId="{602899BC-F82A-4010-90D0-7E59850E4F32}" type="pres">
      <dgm:prSet presAssocID="{1C3FCD83-51A0-4AC5-9EA8-CE682499880C}" presName="sibTrans" presStyleCnt="0"/>
      <dgm:spPr/>
    </dgm:pt>
    <dgm:pt modelId="{4CD29FF8-8253-4013-94E6-FBBD1382B725}" type="pres">
      <dgm:prSet presAssocID="{F13FAC42-708F-4507-8FAD-45ACEBEC2F51}" presName="compNode" presStyleCnt="0"/>
      <dgm:spPr/>
    </dgm:pt>
    <dgm:pt modelId="{C22FD0B9-116A-40D8-A26F-B7BAC4D89B6A}" type="pres">
      <dgm:prSet presAssocID="{F13FAC42-708F-4507-8FAD-45ACEBEC2F51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F3A4E1D-E76E-412F-B94F-B0A9977D0BBE}" type="pres">
      <dgm:prSet presAssocID="{F13FAC42-708F-4507-8FAD-45ACEBEC2F5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6EBEF189-8F42-406F-878C-9C4FEB7EC9EB}" type="pres">
      <dgm:prSet presAssocID="{F13FAC42-708F-4507-8FAD-45ACEBEC2F51}" presName="spaceRect" presStyleCnt="0"/>
      <dgm:spPr/>
    </dgm:pt>
    <dgm:pt modelId="{E201A365-C444-4856-B7D8-2329BD9465EC}" type="pres">
      <dgm:prSet presAssocID="{F13FAC42-708F-4507-8FAD-45ACEBEC2F51}" presName="textRect" presStyleLbl="revTx" presStyleIdx="1" presStyleCnt="3">
        <dgm:presLayoutVars>
          <dgm:chMax val="1"/>
          <dgm:chPref val="1"/>
        </dgm:presLayoutVars>
      </dgm:prSet>
      <dgm:spPr/>
    </dgm:pt>
    <dgm:pt modelId="{27F0D0D6-83DB-43AF-93EC-EB46FF88E776}" type="pres">
      <dgm:prSet presAssocID="{0A7885B2-0A49-44A8-B9A8-1F458BBB9AC0}" presName="sibTrans" presStyleCnt="0"/>
      <dgm:spPr/>
    </dgm:pt>
    <dgm:pt modelId="{356B65D6-7F6C-4585-A745-4E0EC703793A}" type="pres">
      <dgm:prSet presAssocID="{7C61EA11-82D5-4F29-B236-1948EF18EAB7}" presName="compNode" presStyleCnt="0"/>
      <dgm:spPr/>
    </dgm:pt>
    <dgm:pt modelId="{1174A06B-B0E0-4B72-9AE7-843E7563D55F}" type="pres">
      <dgm:prSet presAssocID="{7C61EA11-82D5-4F29-B236-1948EF18EAB7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E794FD1-E190-451E-B7B2-CB134680BD65}" type="pres">
      <dgm:prSet presAssocID="{7C61EA11-82D5-4F29-B236-1948EF18EAB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A80BE9FA-BD71-46A7-8E64-C869C0D676CF}" type="pres">
      <dgm:prSet presAssocID="{7C61EA11-82D5-4F29-B236-1948EF18EAB7}" presName="spaceRect" presStyleCnt="0"/>
      <dgm:spPr/>
    </dgm:pt>
    <dgm:pt modelId="{1991DD35-003F-4180-9690-00406CD7F371}" type="pres">
      <dgm:prSet presAssocID="{7C61EA11-82D5-4F29-B236-1948EF18EAB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F5D8161-F3E7-41E1-8475-7924A828934F}" srcId="{69B5682E-4DDC-456C-AA2C-7E70D201FAE3}" destId="{470B4F32-3DFC-4D25-9D4D-DE5150851C6D}" srcOrd="0" destOrd="0" parTransId="{B1CDE746-04A4-45EF-8881-8A727FB2743E}" sibTransId="{1C3FCD83-51A0-4AC5-9EA8-CE682499880C}"/>
    <dgm:cxn modelId="{992A4746-97A7-405E-88B8-2E64C979FA11}" type="presOf" srcId="{F13FAC42-708F-4507-8FAD-45ACEBEC2F51}" destId="{E201A365-C444-4856-B7D8-2329BD9465EC}" srcOrd="0" destOrd="0" presId="urn:microsoft.com/office/officeart/2018/5/layout/IconLeafLabelList"/>
    <dgm:cxn modelId="{B0B9D39E-8F40-45BD-8822-3E2EE9536403}" type="presOf" srcId="{69B5682E-4DDC-456C-AA2C-7E70D201FAE3}" destId="{748CEE72-EBB5-4B70-BDCF-EC22CF1CA86B}" srcOrd="0" destOrd="0" presId="urn:microsoft.com/office/officeart/2018/5/layout/IconLeafLabelList"/>
    <dgm:cxn modelId="{342091A9-D998-4CF1-9D59-37515B8A98F1}" srcId="{69B5682E-4DDC-456C-AA2C-7E70D201FAE3}" destId="{F13FAC42-708F-4507-8FAD-45ACEBEC2F51}" srcOrd="1" destOrd="0" parTransId="{08CEBCF1-B95C-49A3-9259-598E170B430A}" sibTransId="{0A7885B2-0A49-44A8-B9A8-1F458BBB9AC0}"/>
    <dgm:cxn modelId="{DE68E5C7-7C58-4293-8830-B6B7D544D163}" srcId="{69B5682E-4DDC-456C-AA2C-7E70D201FAE3}" destId="{7C61EA11-82D5-4F29-B236-1948EF18EAB7}" srcOrd="2" destOrd="0" parTransId="{EF414BA9-CE6C-4C10-A29A-6F89E54FD322}" sibTransId="{2D06B7D2-CEA6-42D0-B3DD-E071FF996610}"/>
    <dgm:cxn modelId="{9D1859C9-E00F-4A2C-AD04-1484DD4DCA60}" type="presOf" srcId="{7C61EA11-82D5-4F29-B236-1948EF18EAB7}" destId="{1991DD35-003F-4180-9690-00406CD7F371}" srcOrd="0" destOrd="0" presId="urn:microsoft.com/office/officeart/2018/5/layout/IconLeafLabelList"/>
    <dgm:cxn modelId="{DB7892D2-2272-4ACF-953A-3A177560315E}" type="presOf" srcId="{470B4F32-3DFC-4D25-9D4D-DE5150851C6D}" destId="{B4EF20EE-88E9-4AF9-9A3F-DA3BBF95ADDC}" srcOrd="0" destOrd="0" presId="urn:microsoft.com/office/officeart/2018/5/layout/IconLeafLabelList"/>
    <dgm:cxn modelId="{BD51F95F-EB32-491D-8872-7E70C549E355}" type="presParOf" srcId="{748CEE72-EBB5-4B70-BDCF-EC22CF1CA86B}" destId="{B1DFFCC0-7A5F-4790-9403-F16EE3632903}" srcOrd="0" destOrd="0" presId="urn:microsoft.com/office/officeart/2018/5/layout/IconLeafLabelList"/>
    <dgm:cxn modelId="{EC54C989-75F9-4731-971D-4108F494F48F}" type="presParOf" srcId="{B1DFFCC0-7A5F-4790-9403-F16EE3632903}" destId="{63D205A5-35F6-4CF1-BC16-AE96D175D4E7}" srcOrd="0" destOrd="0" presId="urn:microsoft.com/office/officeart/2018/5/layout/IconLeafLabelList"/>
    <dgm:cxn modelId="{498052DA-C754-4316-8A3C-16C89B23F0E6}" type="presParOf" srcId="{B1DFFCC0-7A5F-4790-9403-F16EE3632903}" destId="{A451501A-8531-4709-AE06-557988AED805}" srcOrd="1" destOrd="0" presId="urn:microsoft.com/office/officeart/2018/5/layout/IconLeafLabelList"/>
    <dgm:cxn modelId="{667EFB2B-DDDB-40D9-823D-99EBF106C356}" type="presParOf" srcId="{B1DFFCC0-7A5F-4790-9403-F16EE3632903}" destId="{72CE5B1D-4325-4A7B-A501-C63C11FC60D9}" srcOrd="2" destOrd="0" presId="urn:microsoft.com/office/officeart/2018/5/layout/IconLeafLabelList"/>
    <dgm:cxn modelId="{D4A94120-6882-4E43-AF86-CE990170196C}" type="presParOf" srcId="{B1DFFCC0-7A5F-4790-9403-F16EE3632903}" destId="{B4EF20EE-88E9-4AF9-9A3F-DA3BBF95ADDC}" srcOrd="3" destOrd="0" presId="urn:microsoft.com/office/officeart/2018/5/layout/IconLeafLabelList"/>
    <dgm:cxn modelId="{D015B475-C3A4-48C0-9DBB-E529521D2273}" type="presParOf" srcId="{748CEE72-EBB5-4B70-BDCF-EC22CF1CA86B}" destId="{602899BC-F82A-4010-90D0-7E59850E4F32}" srcOrd="1" destOrd="0" presId="urn:microsoft.com/office/officeart/2018/5/layout/IconLeafLabelList"/>
    <dgm:cxn modelId="{F6C3CE74-CA1C-4499-A25A-9F4166627272}" type="presParOf" srcId="{748CEE72-EBB5-4B70-BDCF-EC22CF1CA86B}" destId="{4CD29FF8-8253-4013-94E6-FBBD1382B725}" srcOrd="2" destOrd="0" presId="urn:microsoft.com/office/officeart/2018/5/layout/IconLeafLabelList"/>
    <dgm:cxn modelId="{9EFEA297-7BB1-4FFC-8A02-75FCE16ACBCB}" type="presParOf" srcId="{4CD29FF8-8253-4013-94E6-FBBD1382B725}" destId="{C22FD0B9-116A-40D8-A26F-B7BAC4D89B6A}" srcOrd="0" destOrd="0" presId="urn:microsoft.com/office/officeart/2018/5/layout/IconLeafLabelList"/>
    <dgm:cxn modelId="{7C9C5799-AC74-4B37-BC3F-DD08D6E160F8}" type="presParOf" srcId="{4CD29FF8-8253-4013-94E6-FBBD1382B725}" destId="{5F3A4E1D-E76E-412F-B94F-B0A9977D0BBE}" srcOrd="1" destOrd="0" presId="urn:microsoft.com/office/officeart/2018/5/layout/IconLeafLabelList"/>
    <dgm:cxn modelId="{527DDEB2-C199-4263-86CB-8C68969D3383}" type="presParOf" srcId="{4CD29FF8-8253-4013-94E6-FBBD1382B725}" destId="{6EBEF189-8F42-406F-878C-9C4FEB7EC9EB}" srcOrd="2" destOrd="0" presId="urn:microsoft.com/office/officeart/2018/5/layout/IconLeafLabelList"/>
    <dgm:cxn modelId="{C6329943-B212-41B3-BAE5-D44D08047A26}" type="presParOf" srcId="{4CD29FF8-8253-4013-94E6-FBBD1382B725}" destId="{E201A365-C444-4856-B7D8-2329BD9465EC}" srcOrd="3" destOrd="0" presId="urn:microsoft.com/office/officeart/2018/5/layout/IconLeafLabelList"/>
    <dgm:cxn modelId="{52B05F25-8146-4802-BEDE-20FF435B1035}" type="presParOf" srcId="{748CEE72-EBB5-4B70-BDCF-EC22CF1CA86B}" destId="{27F0D0D6-83DB-43AF-93EC-EB46FF88E776}" srcOrd="3" destOrd="0" presId="urn:microsoft.com/office/officeart/2018/5/layout/IconLeafLabelList"/>
    <dgm:cxn modelId="{22AA41A0-7D65-4F84-B016-AA186A3D7757}" type="presParOf" srcId="{748CEE72-EBB5-4B70-BDCF-EC22CF1CA86B}" destId="{356B65D6-7F6C-4585-A745-4E0EC703793A}" srcOrd="4" destOrd="0" presId="urn:microsoft.com/office/officeart/2018/5/layout/IconLeafLabelList"/>
    <dgm:cxn modelId="{2A9FA99F-4EA5-4C9D-B8F1-92254C26D4FA}" type="presParOf" srcId="{356B65D6-7F6C-4585-A745-4E0EC703793A}" destId="{1174A06B-B0E0-4B72-9AE7-843E7563D55F}" srcOrd="0" destOrd="0" presId="urn:microsoft.com/office/officeart/2018/5/layout/IconLeafLabelList"/>
    <dgm:cxn modelId="{3E12A95D-8E93-4942-93B1-309893DE45B3}" type="presParOf" srcId="{356B65D6-7F6C-4585-A745-4E0EC703793A}" destId="{3E794FD1-E190-451E-B7B2-CB134680BD65}" srcOrd="1" destOrd="0" presId="urn:microsoft.com/office/officeart/2018/5/layout/IconLeafLabelList"/>
    <dgm:cxn modelId="{5866B9AE-E27F-465E-B2E0-0EFEA06794CA}" type="presParOf" srcId="{356B65D6-7F6C-4585-A745-4E0EC703793A}" destId="{A80BE9FA-BD71-46A7-8E64-C869C0D676CF}" srcOrd="2" destOrd="0" presId="urn:microsoft.com/office/officeart/2018/5/layout/IconLeafLabelList"/>
    <dgm:cxn modelId="{B0ED4F90-0235-4F5F-8776-5D7B21EFAC24}" type="presParOf" srcId="{356B65D6-7F6C-4585-A745-4E0EC703793A}" destId="{1991DD35-003F-4180-9690-00406CD7F37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01CF29-4C15-4E3D-A365-A15710FE28E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7AA2808-CBCE-45EF-8248-5D8F2008DAB2}">
      <dgm:prSet/>
      <dgm:spPr/>
      <dgm:t>
        <a:bodyPr/>
        <a:lstStyle/>
        <a:p>
          <a:r>
            <a:rPr lang="en-US"/>
            <a:t>Teams working in isolation fail to share mistakes</a:t>
          </a:r>
        </a:p>
      </dgm:t>
    </dgm:pt>
    <dgm:pt modelId="{F13CF2E5-854B-4D8B-8BC5-277430DBAB4C}" type="parTrans" cxnId="{3BA629C7-7273-4323-BEC1-A894E0E38A5C}">
      <dgm:prSet/>
      <dgm:spPr/>
      <dgm:t>
        <a:bodyPr/>
        <a:lstStyle/>
        <a:p>
          <a:endParaRPr lang="en-US"/>
        </a:p>
      </dgm:t>
    </dgm:pt>
    <dgm:pt modelId="{3DC6D653-5C13-41CC-B9B6-3F7138918028}" type="sibTrans" cxnId="{3BA629C7-7273-4323-BEC1-A894E0E38A5C}">
      <dgm:prSet/>
      <dgm:spPr/>
      <dgm:t>
        <a:bodyPr/>
        <a:lstStyle/>
        <a:p>
          <a:endParaRPr lang="en-US"/>
        </a:p>
      </dgm:t>
    </dgm:pt>
    <dgm:pt modelId="{5ADF09BD-0C31-4DC2-AA0F-CFC0BF13D527}">
      <dgm:prSet/>
      <dgm:spPr/>
      <dgm:t>
        <a:bodyPr/>
        <a:lstStyle/>
        <a:p>
          <a:r>
            <a:rPr lang="en-US"/>
            <a:t>Silos prevent unified learning and transparency</a:t>
          </a:r>
        </a:p>
      </dgm:t>
    </dgm:pt>
    <dgm:pt modelId="{4D349DC0-BCFF-4660-AB00-794CF4E6DD97}" type="parTrans" cxnId="{B1A58BFD-11F5-4949-83E6-DB911DE86540}">
      <dgm:prSet/>
      <dgm:spPr/>
      <dgm:t>
        <a:bodyPr/>
        <a:lstStyle/>
        <a:p>
          <a:endParaRPr lang="en-US"/>
        </a:p>
      </dgm:t>
    </dgm:pt>
    <dgm:pt modelId="{6AC7C00B-DE00-4310-A9B0-56E98DF7DE78}" type="sibTrans" cxnId="{B1A58BFD-11F5-4949-83E6-DB911DE86540}">
      <dgm:prSet/>
      <dgm:spPr/>
      <dgm:t>
        <a:bodyPr/>
        <a:lstStyle/>
        <a:p>
          <a:endParaRPr lang="en-US"/>
        </a:p>
      </dgm:t>
    </dgm:pt>
    <dgm:pt modelId="{2CF90AEF-D0D8-4344-A5E4-2C4FCC2E782F}">
      <dgm:prSet/>
      <dgm:spPr/>
      <dgm:t>
        <a:bodyPr/>
        <a:lstStyle/>
        <a:p>
          <a:r>
            <a:rPr lang="en-US"/>
            <a:t>Data and incident reports stay fragmented</a:t>
          </a:r>
        </a:p>
      </dgm:t>
    </dgm:pt>
    <dgm:pt modelId="{7AB133B8-B8E9-47B4-81DD-826ACD21B63A}" type="parTrans" cxnId="{46AFF4C3-6DE9-4209-A839-A6AFDE86F786}">
      <dgm:prSet/>
      <dgm:spPr/>
      <dgm:t>
        <a:bodyPr/>
        <a:lstStyle/>
        <a:p>
          <a:endParaRPr lang="en-US"/>
        </a:p>
      </dgm:t>
    </dgm:pt>
    <dgm:pt modelId="{3AF87EE0-7CA9-44BE-82E2-9EFC636F4873}" type="sibTrans" cxnId="{46AFF4C3-6DE9-4209-A839-A6AFDE86F786}">
      <dgm:prSet/>
      <dgm:spPr/>
      <dgm:t>
        <a:bodyPr/>
        <a:lstStyle/>
        <a:p>
          <a:endParaRPr lang="en-US"/>
        </a:p>
      </dgm:t>
    </dgm:pt>
    <dgm:pt modelId="{866C5699-BA0D-496E-9D13-CDF1D6016DE7}" type="pres">
      <dgm:prSet presAssocID="{5901CF29-4C15-4E3D-A365-A15710FE28E5}" presName="vert0" presStyleCnt="0">
        <dgm:presLayoutVars>
          <dgm:dir/>
          <dgm:animOne val="branch"/>
          <dgm:animLvl val="lvl"/>
        </dgm:presLayoutVars>
      </dgm:prSet>
      <dgm:spPr/>
    </dgm:pt>
    <dgm:pt modelId="{194950CE-B155-4D76-8B2B-C2DF14CC4DAB}" type="pres">
      <dgm:prSet presAssocID="{37AA2808-CBCE-45EF-8248-5D8F2008DAB2}" presName="thickLine" presStyleLbl="alignNode1" presStyleIdx="0" presStyleCnt="3"/>
      <dgm:spPr/>
    </dgm:pt>
    <dgm:pt modelId="{EA75C3D1-DD4B-44A5-BAA6-7F7BECDC65E2}" type="pres">
      <dgm:prSet presAssocID="{37AA2808-CBCE-45EF-8248-5D8F2008DAB2}" presName="horz1" presStyleCnt="0"/>
      <dgm:spPr/>
    </dgm:pt>
    <dgm:pt modelId="{DF2AF2A1-83F3-42D2-9055-1066FD9E2A82}" type="pres">
      <dgm:prSet presAssocID="{37AA2808-CBCE-45EF-8248-5D8F2008DAB2}" presName="tx1" presStyleLbl="revTx" presStyleIdx="0" presStyleCnt="3"/>
      <dgm:spPr/>
    </dgm:pt>
    <dgm:pt modelId="{DAF82C78-BF1E-440C-8C38-9D459125B80A}" type="pres">
      <dgm:prSet presAssocID="{37AA2808-CBCE-45EF-8248-5D8F2008DAB2}" presName="vert1" presStyleCnt="0"/>
      <dgm:spPr/>
    </dgm:pt>
    <dgm:pt modelId="{9249D572-A334-4BFA-98CF-2ABA29FA66C3}" type="pres">
      <dgm:prSet presAssocID="{5ADF09BD-0C31-4DC2-AA0F-CFC0BF13D527}" presName="thickLine" presStyleLbl="alignNode1" presStyleIdx="1" presStyleCnt="3"/>
      <dgm:spPr/>
    </dgm:pt>
    <dgm:pt modelId="{5B3CD59D-6710-4555-BED2-E766A8EDEF78}" type="pres">
      <dgm:prSet presAssocID="{5ADF09BD-0C31-4DC2-AA0F-CFC0BF13D527}" presName="horz1" presStyleCnt="0"/>
      <dgm:spPr/>
    </dgm:pt>
    <dgm:pt modelId="{D495A0FF-DF2D-4AB3-903E-5878C2FED3E4}" type="pres">
      <dgm:prSet presAssocID="{5ADF09BD-0C31-4DC2-AA0F-CFC0BF13D527}" presName="tx1" presStyleLbl="revTx" presStyleIdx="1" presStyleCnt="3"/>
      <dgm:spPr/>
    </dgm:pt>
    <dgm:pt modelId="{EA3DF54A-621D-4502-81A4-5F30E9904032}" type="pres">
      <dgm:prSet presAssocID="{5ADF09BD-0C31-4DC2-AA0F-CFC0BF13D527}" presName="vert1" presStyleCnt="0"/>
      <dgm:spPr/>
    </dgm:pt>
    <dgm:pt modelId="{A3EFECDB-71E2-4979-B716-546E4992E42E}" type="pres">
      <dgm:prSet presAssocID="{2CF90AEF-D0D8-4344-A5E4-2C4FCC2E782F}" presName="thickLine" presStyleLbl="alignNode1" presStyleIdx="2" presStyleCnt="3"/>
      <dgm:spPr/>
    </dgm:pt>
    <dgm:pt modelId="{D4797762-D439-4F26-ADD1-F89C4483BBED}" type="pres">
      <dgm:prSet presAssocID="{2CF90AEF-D0D8-4344-A5E4-2C4FCC2E782F}" presName="horz1" presStyleCnt="0"/>
      <dgm:spPr/>
    </dgm:pt>
    <dgm:pt modelId="{764C4093-5791-48B5-9034-7D6EEB61F8F2}" type="pres">
      <dgm:prSet presAssocID="{2CF90AEF-D0D8-4344-A5E4-2C4FCC2E782F}" presName="tx1" presStyleLbl="revTx" presStyleIdx="2" presStyleCnt="3"/>
      <dgm:spPr/>
    </dgm:pt>
    <dgm:pt modelId="{EDC4317E-6191-495A-9050-C40611A058B9}" type="pres">
      <dgm:prSet presAssocID="{2CF90AEF-D0D8-4344-A5E4-2C4FCC2E782F}" presName="vert1" presStyleCnt="0"/>
      <dgm:spPr/>
    </dgm:pt>
  </dgm:ptLst>
  <dgm:cxnLst>
    <dgm:cxn modelId="{DB01610A-0FCD-49CE-9085-E58D85C9BB0C}" type="presOf" srcId="{2CF90AEF-D0D8-4344-A5E4-2C4FCC2E782F}" destId="{764C4093-5791-48B5-9034-7D6EEB61F8F2}" srcOrd="0" destOrd="0" presId="urn:microsoft.com/office/officeart/2008/layout/LinedList"/>
    <dgm:cxn modelId="{34A3C320-E0E0-43F3-B7B4-E64135DC6031}" type="presOf" srcId="{5ADF09BD-0C31-4DC2-AA0F-CFC0BF13D527}" destId="{D495A0FF-DF2D-4AB3-903E-5878C2FED3E4}" srcOrd="0" destOrd="0" presId="urn:microsoft.com/office/officeart/2008/layout/LinedList"/>
    <dgm:cxn modelId="{8BE20A77-79DA-4699-B99C-38F887101A51}" type="presOf" srcId="{37AA2808-CBCE-45EF-8248-5D8F2008DAB2}" destId="{DF2AF2A1-83F3-42D2-9055-1066FD9E2A82}" srcOrd="0" destOrd="0" presId="urn:microsoft.com/office/officeart/2008/layout/LinedList"/>
    <dgm:cxn modelId="{446C295A-AFAD-4667-AA4E-E734F2B37A14}" type="presOf" srcId="{5901CF29-4C15-4E3D-A365-A15710FE28E5}" destId="{866C5699-BA0D-496E-9D13-CDF1D6016DE7}" srcOrd="0" destOrd="0" presId="urn:microsoft.com/office/officeart/2008/layout/LinedList"/>
    <dgm:cxn modelId="{46AFF4C3-6DE9-4209-A839-A6AFDE86F786}" srcId="{5901CF29-4C15-4E3D-A365-A15710FE28E5}" destId="{2CF90AEF-D0D8-4344-A5E4-2C4FCC2E782F}" srcOrd="2" destOrd="0" parTransId="{7AB133B8-B8E9-47B4-81DD-826ACD21B63A}" sibTransId="{3AF87EE0-7CA9-44BE-82E2-9EFC636F4873}"/>
    <dgm:cxn modelId="{3BA629C7-7273-4323-BEC1-A894E0E38A5C}" srcId="{5901CF29-4C15-4E3D-A365-A15710FE28E5}" destId="{37AA2808-CBCE-45EF-8248-5D8F2008DAB2}" srcOrd="0" destOrd="0" parTransId="{F13CF2E5-854B-4D8B-8BC5-277430DBAB4C}" sibTransId="{3DC6D653-5C13-41CC-B9B6-3F7138918028}"/>
    <dgm:cxn modelId="{B1A58BFD-11F5-4949-83E6-DB911DE86540}" srcId="{5901CF29-4C15-4E3D-A365-A15710FE28E5}" destId="{5ADF09BD-0C31-4DC2-AA0F-CFC0BF13D527}" srcOrd="1" destOrd="0" parTransId="{4D349DC0-BCFF-4660-AB00-794CF4E6DD97}" sibTransId="{6AC7C00B-DE00-4310-A9B0-56E98DF7DE78}"/>
    <dgm:cxn modelId="{78E8DEEC-DC8E-4D74-9216-518F0B2EAAA4}" type="presParOf" srcId="{866C5699-BA0D-496E-9D13-CDF1D6016DE7}" destId="{194950CE-B155-4D76-8B2B-C2DF14CC4DAB}" srcOrd="0" destOrd="0" presId="urn:microsoft.com/office/officeart/2008/layout/LinedList"/>
    <dgm:cxn modelId="{A29F722A-BC0A-4BA1-9363-607ADDAFAE07}" type="presParOf" srcId="{866C5699-BA0D-496E-9D13-CDF1D6016DE7}" destId="{EA75C3D1-DD4B-44A5-BAA6-7F7BECDC65E2}" srcOrd="1" destOrd="0" presId="urn:microsoft.com/office/officeart/2008/layout/LinedList"/>
    <dgm:cxn modelId="{2E7DE101-DA14-4794-AFDE-05A1B56040D7}" type="presParOf" srcId="{EA75C3D1-DD4B-44A5-BAA6-7F7BECDC65E2}" destId="{DF2AF2A1-83F3-42D2-9055-1066FD9E2A82}" srcOrd="0" destOrd="0" presId="urn:microsoft.com/office/officeart/2008/layout/LinedList"/>
    <dgm:cxn modelId="{378BB7EC-597A-4F03-9B09-555B27262764}" type="presParOf" srcId="{EA75C3D1-DD4B-44A5-BAA6-7F7BECDC65E2}" destId="{DAF82C78-BF1E-440C-8C38-9D459125B80A}" srcOrd="1" destOrd="0" presId="urn:microsoft.com/office/officeart/2008/layout/LinedList"/>
    <dgm:cxn modelId="{0CBFDE4C-109B-4BC0-BF8A-0582D0FEFDE9}" type="presParOf" srcId="{866C5699-BA0D-496E-9D13-CDF1D6016DE7}" destId="{9249D572-A334-4BFA-98CF-2ABA29FA66C3}" srcOrd="2" destOrd="0" presId="urn:microsoft.com/office/officeart/2008/layout/LinedList"/>
    <dgm:cxn modelId="{A3C1EBB8-6C60-44BB-94EC-4A3F8AD848B3}" type="presParOf" srcId="{866C5699-BA0D-496E-9D13-CDF1D6016DE7}" destId="{5B3CD59D-6710-4555-BED2-E766A8EDEF78}" srcOrd="3" destOrd="0" presId="urn:microsoft.com/office/officeart/2008/layout/LinedList"/>
    <dgm:cxn modelId="{DE7FAD97-248F-423F-953B-1F66F8001FA3}" type="presParOf" srcId="{5B3CD59D-6710-4555-BED2-E766A8EDEF78}" destId="{D495A0FF-DF2D-4AB3-903E-5878C2FED3E4}" srcOrd="0" destOrd="0" presId="urn:microsoft.com/office/officeart/2008/layout/LinedList"/>
    <dgm:cxn modelId="{94AAF45B-0B19-4FD3-B066-2D043A85F403}" type="presParOf" srcId="{5B3CD59D-6710-4555-BED2-E766A8EDEF78}" destId="{EA3DF54A-621D-4502-81A4-5F30E9904032}" srcOrd="1" destOrd="0" presId="urn:microsoft.com/office/officeart/2008/layout/LinedList"/>
    <dgm:cxn modelId="{6E1A3061-5861-41AE-87D5-17F85C77942B}" type="presParOf" srcId="{866C5699-BA0D-496E-9D13-CDF1D6016DE7}" destId="{A3EFECDB-71E2-4979-B716-546E4992E42E}" srcOrd="4" destOrd="0" presId="urn:microsoft.com/office/officeart/2008/layout/LinedList"/>
    <dgm:cxn modelId="{2DD69307-52F3-4C27-B008-19075D0A6086}" type="presParOf" srcId="{866C5699-BA0D-496E-9D13-CDF1D6016DE7}" destId="{D4797762-D439-4F26-ADD1-F89C4483BBED}" srcOrd="5" destOrd="0" presId="urn:microsoft.com/office/officeart/2008/layout/LinedList"/>
    <dgm:cxn modelId="{B27E3673-DAE6-409B-AD88-17D600178B1C}" type="presParOf" srcId="{D4797762-D439-4F26-ADD1-F89C4483BBED}" destId="{764C4093-5791-48B5-9034-7D6EEB61F8F2}" srcOrd="0" destOrd="0" presId="urn:microsoft.com/office/officeart/2008/layout/LinedList"/>
    <dgm:cxn modelId="{E920F5EC-2E42-4BE6-9CC6-39028479D799}" type="presParOf" srcId="{D4797762-D439-4F26-ADD1-F89C4483BBED}" destId="{EDC4317E-6191-495A-9050-C40611A058B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BC5D6ED-D304-40B3-91AB-5091E6EED5E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7ABC39D-5A90-419B-AF06-5137419D8898}">
      <dgm:prSet/>
      <dgm:spPr/>
      <dgm:t>
        <a:bodyPr/>
        <a:lstStyle/>
        <a:p>
          <a:r>
            <a:rPr lang="en-US"/>
            <a:t>Employees might not understand principles of a just culture</a:t>
          </a:r>
        </a:p>
      </dgm:t>
    </dgm:pt>
    <dgm:pt modelId="{FE69CDC9-506F-4943-865C-54DBD8573E9B}" type="parTrans" cxnId="{102FF148-C8C8-4A80-84AF-FD1410E9AC28}">
      <dgm:prSet/>
      <dgm:spPr/>
      <dgm:t>
        <a:bodyPr/>
        <a:lstStyle/>
        <a:p>
          <a:endParaRPr lang="en-US"/>
        </a:p>
      </dgm:t>
    </dgm:pt>
    <dgm:pt modelId="{B4B20A7E-E281-4C70-93F0-3968F64A58DB}" type="sibTrans" cxnId="{102FF148-C8C8-4A80-84AF-FD1410E9AC28}">
      <dgm:prSet/>
      <dgm:spPr/>
      <dgm:t>
        <a:bodyPr/>
        <a:lstStyle/>
        <a:p>
          <a:endParaRPr lang="en-US"/>
        </a:p>
      </dgm:t>
    </dgm:pt>
    <dgm:pt modelId="{D669B33B-6D50-49C2-8D17-5DA40D700787}">
      <dgm:prSet/>
      <dgm:spPr/>
      <dgm:t>
        <a:bodyPr/>
        <a:lstStyle/>
        <a:p>
          <a:r>
            <a:rPr lang="en-US"/>
            <a:t>Requires education on accountabiltiy vs. Blame</a:t>
          </a:r>
        </a:p>
      </dgm:t>
    </dgm:pt>
    <dgm:pt modelId="{08C1FF10-260A-4AF8-81D8-B0E1CD921AD6}" type="parTrans" cxnId="{B23C401F-5A81-4C80-A54D-34E2A22481A6}">
      <dgm:prSet/>
      <dgm:spPr/>
      <dgm:t>
        <a:bodyPr/>
        <a:lstStyle/>
        <a:p>
          <a:endParaRPr lang="en-US"/>
        </a:p>
      </dgm:t>
    </dgm:pt>
    <dgm:pt modelId="{45F567B7-A28C-4B9B-8EAA-00A704B816E1}" type="sibTrans" cxnId="{B23C401F-5A81-4C80-A54D-34E2A22481A6}">
      <dgm:prSet/>
      <dgm:spPr/>
      <dgm:t>
        <a:bodyPr/>
        <a:lstStyle/>
        <a:p>
          <a:endParaRPr lang="en-US"/>
        </a:p>
      </dgm:t>
    </dgm:pt>
    <dgm:pt modelId="{83B1303A-6FB0-415B-B514-A1D09B96A7FF}">
      <dgm:prSet/>
      <dgm:spPr/>
      <dgm:t>
        <a:bodyPr/>
        <a:lstStyle/>
        <a:p>
          <a:r>
            <a:rPr lang="en-US"/>
            <a:t>Training gaps can undermine culture chagne</a:t>
          </a:r>
        </a:p>
      </dgm:t>
    </dgm:pt>
    <dgm:pt modelId="{08E2236D-DBDB-48D7-B103-62138C48DD5E}" type="parTrans" cxnId="{B691B260-4EB0-4297-89DC-27194A5797B7}">
      <dgm:prSet/>
      <dgm:spPr/>
      <dgm:t>
        <a:bodyPr/>
        <a:lstStyle/>
        <a:p>
          <a:endParaRPr lang="en-US"/>
        </a:p>
      </dgm:t>
    </dgm:pt>
    <dgm:pt modelId="{8DF66959-D45C-4257-BF7A-E0D218561054}" type="sibTrans" cxnId="{B691B260-4EB0-4297-89DC-27194A5797B7}">
      <dgm:prSet/>
      <dgm:spPr/>
      <dgm:t>
        <a:bodyPr/>
        <a:lstStyle/>
        <a:p>
          <a:endParaRPr lang="en-US"/>
        </a:p>
      </dgm:t>
    </dgm:pt>
    <dgm:pt modelId="{8B1C9465-8C10-40D2-9182-88AFC4532383}" type="pres">
      <dgm:prSet presAssocID="{ABC5D6ED-D304-40B3-91AB-5091E6EED5EA}" presName="root" presStyleCnt="0">
        <dgm:presLayoutVars>
          <dgm:dir/>
          <dgm:resizeHandles val="exact"/>
        </dgm:presLayoutVars>
      </dgm:prSet>
      <dgm:spPr/>
    </dgm:pt>
    <dgm:pt modelId="{0B8976DC-B13A-4539-8F2B-7F34012F2AD5}" type="pres">
      <dgm:prSet presAssocID="{ABC5D6ED-D304-40B3-91AB-5091E6EED5EA}" presName="container" presStyleCnt="0">
        <dgm:presLayoutVars>
          <dgm:dir/>
          <dgm:resizeHandles val="exact"/>
        </dgm:presLayoutVars>
      </dgm:prSet>
      <dgm:spPr/>
    </dgm:pt>
    <dgm:pt modelId="{F0E7E975-ED53-4C03-AF8E-28BDC12CEBD4}" type="pres">
      <dgm:prSet presAssocID="{87ABC39D-5A90-419B-AF06-5137419D8898}" presName="compNode" presStyleCnt="0"/>
      <dgm:spPr/>
    </dgm:pt>
    <dgm:pt modelId="{E2CBDB73-9C53-4730-8CE2-A2D39D1D6E54}" type="pres">
      <dgm:prSet presAssocID="{87ABC39D-5A90-419B-AF06-5137419D8898}" presName="iconBgRect" presStyleLbl="bgShp" presStyleIdx="0" presStyleCnt="3"/>
      <dgm:spPr/>
    </dgm:pt>
    <dgm:pt modelId="{5717CD37-B2BD-479F-9679-27B2C95F7E27}" type="pres">
      <dgm:prSet presAssocID="{87ABC39D-5A90-419B-AF06-5137419D889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00921813-5B0D-4B54-B46A-EC4482548643}" type="pres">
      <dgm:prSet presAssocID="{87ABC39D-5A90-419B-AF06-5137419D8898}" presName="spaceRect" presStyleCnt="0"/>
      <dgm:spPr/>
    </dgm:pt>
    <dgm:pt modelId="{22A2791D-063A-4B39-AFB7-A0EF9BAE7B55}" type="pres">
      <dgm:prSet presAssocID="{87ABC39D-5A90-419B-AF06-5137419D8898}" presName="textRect" presStyleLbl="revTx" presStyleIdx="0" presStyleCnt="3">
        <dgm:presLayoutVars>
          <dgm:chMax val="1"/>
          <dgm:chPref val="1"/>
        </dgm:presLayoutVars>
      </dgm:prSet>
      <dgm:spPr/>
    </dgm:pt>
    <dgm:pt modelId="{FD3A9F3A-EAD4-44DF-B679-F0825C54D2B1}" type="pres">
      <dgm:prSet presAssocID="{B4B20A7E-E281-4C70-93F0-3968F64A58DB}" presName="sibTrans" presStyleLbl="sibTrans2D1" presStyleIdx="0" presStyleCnt="0"/>
      <dgm:spPr/>
    </dgm:pt>
    <dgm:pt modelId="{59779EF2-3778-4870-8F69-B24C4EEC481E}" type="pres">
      <dgm:prSet presAssocID="{D669B33B-6D50-49C2-8D17-5DA40D700787}" presName="compNode" presStyleCnt="0"/>
      <dgm:spPr/>
    </dgm:pt>
    <dgm:pt modelId="{F04B5959-F5D9-4E75-B2B2-DAFC35DC55CB}" type="pres">
      <dgm:prSet presAssocID="{D669B33B-6D50-49C2-8D17-5DA40D700787}" presName="iconBgRect" presStyleLbl="bgShp" presStyleIdx="1" presStyleCnt="3"/>
      <dgm:spPr/>
    </dgm:pt>
    <dgm:pt modelId="{19B02670-5519-484E-B85F-EC510F866DED}" type="pres">
      <dgm:prSet presAssocID="{D669B33B-6D50-49C2-8D17-5DA40D70078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EA6FACE2-CF2E-4D09-A66E-5F601A37E399}" type="pres">
      <dgm:prSet presAssocID="{D669B33B-6D50-49C2-8D17-5DA40D700787}" presName="spaceRect" presStyleCnt="0"/>
      <dgm:spPr/>
    </dgm:pt>
    <dgm:pt modelId="{F26593A6-A54C-43B6-936D-484EDCB05E64}" type="pres">
      <dgm:prSet presAssocID="{D669B33B-6D50-49C2-8D17-5DA40D700787}" presName="textRect" presStyleLbl="revTx" presStyleIdx="1" presStyleCnt="3">
        <dgm:presLayoutVars>
          <dgm:chMax val="1"/>
          <dgm:chPref val="1"/>
        </dgm:presLayoutVars>
      </dgm:prSet>
      <dgm:spPr/>
    </dgm:pt>
    <dgm:pt modelId="{2983EE8F-CBA9-4DAF-9908-CFEE384238CB}" type="pres">
      <dgm:prSet presAssocID="{45F567B7-A28C-4B9B-8EAA-00A704B816E1}" presName="sibTrans" presStyleLbl="sibTrans2D1" presStyleIdx="0" presStyleCnt="0"/>
      <dgm:spPr/>
    </dgm:pt>
    <dgm:pt modelId="{BE1FE679-A327-4C39-9F61-408261F7FA14}" type="pres">
      <dgm:prSet presAssocID="{83B1303A-6FB0-415B-B514-A1D09B96A7FF}" presName="compNode" presStyleCnt="0"/>
      <dgm:spPr/>
    </dgm:pt>
    <dgm:pt modelId="{86E0C5E7-75FF-4CEE-9FE8-DCB2A8321531}" type="pres">
      <dgm:prSet presAssocID="{83B1303A-6FB0-415B-B514-A1D09B96A7FF}" presName="iconBgRect" presStyleLbl="bgShp" presStyleIdx="2" presStyleCnt="3"/>
      <dgm:spPr/>
    </dgm:pt>
    <dgm:pt modelId="{41ACCD12-DFE6-41C5-BBEB-FF5862F4738C}" type="pres">
      <dgm:prSet presAssocID="{83B1303A-6FB0-415B-B514-A1D09B96A7F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120B71E-AE3B-4F9D-9FD7-BB3E970A1150}" type="pres">
      <dgm:prSet presAssocID="{83B1303A-6FB0-415B-B514-A1D09B96A7FF}" presName="spaceRect" presStyleCnt="0"/>
      <dgm:spPr/>
    </dgm:pt>
    <dgm:pt modelId="{8E163C5E-C2B2-48BF-9279-9E84CC5753D4}" type="pres">
      <dgm:prSet presAssocID="{83B1303A-6FB0-415B-B514-A1D09B96A7F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23C401F-5A81-4C80-A54D-34E2A22481A6}" srcId="{ABC5D6ED-D304-40B3-91AB-5091E6EED5EA}" destId="{D669B33B-6D50-49C2-8D17-5DA40D700787}" srcOrd="1" destOrd="0" parTransId="{08C1FF10-260A-4AF8-81D8-B0E1CD921AD6}" sibTransId="{45F567B7-A28C-4B9B-8EAA-00A704B816E1}"/>
    <dgm:cxn modelId="{B691B260-4EB0-4297-89DC-27194A5797B7}" srcId="{ABC5D6ED-D304-40B3-91AB-5091E6EED5EA}" destId="{83B1303A-6FB0-415B-B514-A1D09B96A7FF}" srcOrd="2" destOrd="0" parTransId="{08E2236D-DBDB-48D7-B103-62138C48DD5E}" sibTransId="{8DF66959-D45C-4257-BF7A-E0D218561054}"/>
    <dgm:cxn modelId="{1741E564-8056-4E6A-BC43-EBD2F9CDEC95}" type="presOf" srcId="{45F567B7-A28C-4B9B-8EAA-00A704B816E1}" destId="{2983EE8F-CBA9-4DAF-9908-CFEE384238CB}" srcOrd="0" destOrd="0" presId="urn:microsoft.com/office/officeart/2018/2/layout/IconCircleList"/>
    <dgm:cxn modelId="{102FF148-C8C8-4A80-84AF-FD1410E9AC28}" srcId="{ABC5D6ED-D304-40B3-91AB-5091E6EED5EA}" destId="{87ABC39D-5A90-419B-AF06-5137419D8898}" srcOrd="0" destOrd="0" parTransId="{FE69CDC9-506F-4943-865C-54DBD8573E9B}" sibTransId="{B4B20A7E-E281-4C70-93F0-3968F64A58DB}"/>
    <dgm:cxn modelId="{25157B6E-2A9D-40F3-A8EF-F4DC096FD0EF}" type="presOf" srcId="{ABC5D6ED-D304-40B3-91AB-5091E6EED5EA}" destId="{8B1C9465-8C10-40D2-9182-88AFC4532383}" srcOrd="0" destOrd="0" presId="urn:microsoft.com/office/officeart/2018/2/layout/IconCircleList"/>
    <dgm:cxn modelId="{37268071-D112-46DC-B0F1-BAF0E39C528C}" type="presOf" srcId="{83B1303A-6FB0-415B-B514-A1D09B96A7FF}" destId="{8E163C5E-C2B2-48BF-9279-9E84CC5753D4}" srcOrd="0" destOrd="0" presId="urn:microsoft.com/office/officeart/2018/2/layout/IconCircleList"/>
    <dgm:cxn modelId="{50E5E386-44C7-4364-B814-F12DF16AB641}" type="presOf" srcId="{D669B33B-6D50-49C2-8D17-5DA40D700787}" destId="{F26593A6-A54C-43B6-936D-484EDCB05E64}" srcOrd="0" destOrd="0" presId="urn:microsoft.com/office/officeart/2018/2/layout/IconCircleList"/>
    <dgm:cxn modelId="{1D898992-8997-4528-B987-1562252D6425}" type="presOf" srcId="{B4B20A7E-E281-4C70-93F0-3968F64A58DB}" destId="{FD3A9F3A-EAD4-44DF-B679-F0825C54D2B1}" srcOrd="0" destOrd="0" presId="urn:microsoft.com/office/officeart/2018/2/layout/IconCircleList"/>
    <dgm:cxn modelId="{FC0484CD-6AB6-4448-A49D-0FBA325FCECE}" type="presOf" srcId="{87ABC39D-5A90-419B-AF06-5137419D8898}" destId="{22A2791D-063A-4B39-AFB7-A0EF9BAE7B55}" srcOrd="0" destOrd="0" presId="urn:microsoft.com/office/officeart/2018/2/layout/IconCircleList"/>
    <dgm:cxn modelId="{4438EC10-6E64-4CDD-A356-A8643D5C08E9}" type="presParOf" srcId="{8B1C9465-8C10-40D2-9182-88AFC4532383}" destId="{0B8976DC-B13A-4539-8F2B-7F34012F2AD5}" srcOrd="0" destOrd="0" presId="urn:microsoft.com/office/officeart/2018/2/layout/IconCircleList"/>
    <dgm:cxn modelId="{11E29067-2055-4CB3-9CA9-F3872D0C30A7}" type="presParOf" srcId="{0B8976DC-B13A-4539-8F2B-7F34012F2AD5}" destId="{F0E7E975-ED53-4C03-AF8E-28BDC12CEBD4}" srcOrd="0" destOrd="0" presId="urn:microsoft.com/office/officeart/2018/2/layout/IconCircleList"/>
    <dgm:cxn modelId="{796321E0-52CF-4BCD-A647-F5DD518F53E7}" type="presParOf" srcId="{F0E7E975-ED53-4C03-AF8E-28BDC12CEBD4}" destId="{E2CBDB73-9C53-4730-8CE2-A2D39D1D6E54}" srcOrd="0" destOrd="0" presId="urn:microsoft.com/office/officeart/2018/2/layout/IconCircleList"/>
    <dgm:cxn modelId="{1E76525B-B6CF-4A8C-91D2-192F9E079DCC}" type="presParOf" srcId="{F0E7E975-ED53-4C03-AF8E-28BDC12CEBD4}" destId="{5717CD37-B2BD-479F-9679-27B2C95F7E27}" srcOrd="1" destOrd="0" presId="urn:microsoft.com/office/officeart/2018/2/layout/IconCircleList"/>
    <dgm:cxn modelId="{2965BC1F-ABBF-4522-8FFD-6479A7D1ED36}" type="presParOf" srcId="{F0E7E975-ED53-4C03-AF8E-28BDC12CEBD4}" destId="{00921813-5B0D-4B54-B46A-EC4482548643}" srcOrd="2" destOrd="0" presId="urn:microsoft.com/office/officeart/2018/2/layout/IconCircleList"/>
    <dgm:cxn modelId="{37167569-63D9-43A5-B21A-060B2AF0A614}" type="presParOf" srcId="{F0E7E975-ED53-4C03-AF8E-28BDC12CEBD4}" destId="{22A2791D-063A-4B39-AFB7-A0EF9BAE7B55}" srcOrd="3" destOrd="0" presId="urn:microsoft.com/office/officeart/2018/2/layout/IconCircleList"/>
    <dgm:cxn modelId="{D6B3B091-6F4B-4484-89FA-03037C6A41B5}" type="presParOf" srcId="{0B8976DC-B13A-4539-8F2B-7F34012F2AD5}" destId="{FD3A9F3A-EAD4-44DF-B679-F0825C54D2B1}" srcOrd="1" destOrd="0" presId="urn:microsoft.com/office/officeart/2018/2/layout/IconCircleList"/>
    <dgm:cxn modelId="{8C2507C5-1A25-4138-AFCE-750AEE182480}" type="presParOf" srcId="{0B8976DC-B13A-4539-8F2B-7F34012F2AD5}" destId="{59779EF2-3778-4870-8F69-B24C4EEC481E}" srcOrd="2" destOrd="0" presId="urn:microsoft.com/office/officeart/2018/2/layout/IconCircleList"/>
    <dgm:cxn modelId="{8A69EF86-0473-4111-A32C-A64358979F38}" type="presParOf" srcId="{59779EF2-3778-4870-8F69-B24C4EEC481E}" destId="{F04B5959-F5D9-4E75-B2B2-DAFC35DC55CB}" srcOrd="0" destOrd="0" presId="urn:microsoft.com/office/officeart/2018/2/layout/IconCircleList"/>
    <dgm:cxn modelId="{F219BBDA-3DE3-44C0-BAC5-3FDF12E5E203}" type="presParOf" srcId="{59779EF2-3778-4870-8F69-B24C4EEC481E}" destId="{19B02670-5519-484E-B85F-EC510F866DED}" srcOrd="1" destOrd="0" presId="urn:microsoft.com/office/officeart/2018/2/layout/IconCircleList"/>
    <dgm:cxn modelId="{3CF0004E-CED4-4D26-8376-F4DB103EB046}" type="presParOf" srcId="{59779EF2-3778-4870-8F69-B24C4EEC481E}" destId="{EA6FACE2-CF2E-4D09-A66E-5F601A37E399}" srcOrd="2" destOrd="0" presId="urn:microsoft.com/office/officeart/2018/2/layout/IconCircleList"/>
    <dgm:cxn modelId="{3DD7D617-4DB6-4434-BAEF-5335C50FB7B6}" type="presParOf" srcId="{59779EF2-3778-4870-8F69-B24C4EEC481E}" destId="{F26593A6-A54C-43B6-936D-484EDCB05E64}" srcOrd="3" destOrd="0" presId="urn:microsoft.com/office/officeart/2018/2/layout/IconCircleList"/>
    <dgm:cxn modelId="{26797D64-B8C8-4148-8BF3-9E85746F1B4A}" type="presParOf" srcId="{0B8976DC-B13A-4539-8F2B-7F34012F2AD5}" destId="{2983EE8F-CBA9-4DAF-9908-CFEE384238CB}" srcOrd="3" destOrd="0" presId="urn:microsoft.com/office/officeart/2018/2/layout/IconCircleList"/>
    <dgm:cxn modelId="{77ABEA2B-C255-4824-8B51-84645ABBFAFB}" type="presParOf" srcId="{0B8976DC-B13A-4539-8F2B-7F34012F2AD5}" destId="{BE1FE679-A327-4C39-9F61-408261F7FA14}" srcOrd="4" destOrd="0" presId="urn:microsoft.com/office/officeart/2018/2/layout/IconCircleList"/>
    <dgm:cxn modelId="{59F2DF36-8D8E-4EF1-95B9-A084D86E98D9}" type="presParOf" srcId="{BE1FE679-A327-4C39-9F61-408261F7FA14}" destId="{86E0C5E7-75FF-4CEE-9FE8-DCB2A8321531}" srcOrd="0" destOrd="0" presId="urn:microsoft.com/office/officeart/2018/2/layout/IconCircleList"/>
    <dgm:cxn modelId="{8DAA9E6C-F923-4E23-80EC-C60ED9AFB766}" type="presParOf" srcId="{BE1FE679-A327-4C39-9F61-408261F7FA14}" destId="{41ACCD12-DFE6-41C5-BBEB-FF5862F4738C}" srcOrd="1" destOrd="0" presId="urn:microsoft.com/office/officeart/2018/2/layout/IconCircleList"/>
    <dgm:cxn modelId="{8A86F9BB-C087-44CB-A843-40C830D6EB50}" type="presParOf" srcId="{BE1FE679-A327-4C39-9F61-408261F7FA14}" destId="{8120B71E-AE3B-4F9D-9FD7-BB3E970A1150}" srcOrd="2" destOrd="0" presId="urn:microsoft.com/office/officeart/2018/2/layout/IconCircleList"/>
    <dgm:cxn modelId="{92E5CA67-8437-4E05-AE59-A31587A11296}" type="presParOf" srcId="{BE1FE679-A327-4C39-9F61-408261F7FA14}" destId="{8E163C5E-C2B2-48BF-9279-9E84CC5753D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C09EDF-6151-4D16-B444-EF263C0BF38D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FA22D0-45D9-4B0C-836F-7D63566A15D0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1F4490-C783-433E-B66D-A08F7C956A46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 workplace culture that balances accountability and learning</a:t>
          </a:r>
        </a:p>
      </dsp:txBody>
      <dsp:txXfrm>
        <a:off x="93445" y="3018902"/>
        <a:ext cx="3206250" cy="720000"/>
      </dsp:txXfrm>
    </dsp:sp>
    <dsp:sp modelId="{B8DEF016-AA36-4488-B25D-77FEB5B68629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AF7A7-B5E1-4B9B-BA41-C7120B99ED18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32A73D-D322-4CAA-BF5F-AE624CC3DB12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Encourages reporting of errors without unfair punishment</a:t>
          </a:r>
        </a:p>
      </dsp:txBody>
      <dsp:txXfrm>
        <a:off x="3860789" y="3018902"/>
        <a:ext cx="3206250" cy="720000"/>
      </dsp:txXfrm>
    </dsp:sp>
    <dsp:sp modelId="{CFAD8511-9B47-4272-AA76-281E17E58942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0C38FB-6BF9-4973-9FE7-255D2B27286E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45988-745E-41B9-B967-08D060D58AC0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Promotes improvement, safety, and trust among teams</a:t>
          </a:r>
        </a:p>
      </dsp:txBody>
      <dsp:txXfrm>
        <a:off x="7628133" y="30189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D205A5-35F6-4CF1-BC16-AE96D175D4E7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51501A-8531-4709-AE06-557988AED805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EF20EE-88E9-4AF9-9A3F-DA3BBF95ADDC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Senior leaders may not fully support just culture initiatives</a:t>
          </a:r>
        </a:p>
      </dsp:txBody>
      <dsp:txXfrm>
        <a:off x="93445" y="3018902"/>
        <a:ext cx="3206250" cy="720000"/>
      </dsp:txXfrm>
    </dsp:sp>
    <dsp:sp modelId="{C22FD0B9-116A-40D8-A26F-B7BAC4D89B6A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3A4E1D-E76E-412F-B94F-B0A9977D0BBE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1A365-C444-4856-B7D8-2329BD9465EC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Without sponsorship, change falters</a:t>
          </a:r>
        </a:p>
      </dsp:txBody>
      <dsp:txXfrm>
        <a:off x="3860789" y="3018902"/>
        <a:ext cx="3206250" cy="720000"/>
      </dsp:txXfrm>
    </dsp:sp>
    <dsp:sp modelId="{1174A06B-B0E0-4B72-9AE7-843E7563D55F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794FD1-E190-451E-B7B2-CB134680BD65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DD35-003F-4180-9690-00406CD7F371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Leadership must role-model accountability and learning</a:t>
          </a:r>
        </a:p>
      </dsp:txBody>
      <dsp:txXfrm>
        <a:off x="7628133" y="3018902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4950CE-B155-4D76-8B2B-C2DF14CC4DAB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AF2A1-83F3-42D2-9055-1066FD9E2A82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Teams working in isolation fail to share mistakes</a:t>
          </a:r>
        </a:p>
      </dsp:txBody>
      <dsp:txXfrm>
        <a:off x="0" y="2703"/>
        <a:ext cx="6900512" cy="1843578"/>
      </dsp:txXfrm>
    </dsp:sp>
    <dsp:sp modelId="{9249D572-A334-4BFA-98CF-2ABA29FA66C3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5A0FF-DF2D-4AB3-903E-5878C2FED3E4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Silos prevent unified learning and transparency</a:t>
          </a:r>
        </a:p>
      </dsp:txBody>
      <dsp:txXfrm>
        <a:off x="0" y="1846281"/>
        <a:ext cx="6900512" cy="1843578"/>
      </dsp:txXfrm>
    </dsp:sp>
    <dsp:sp modelId="{A3EFECDB-71E2-4979-B716-546E4992E42E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C4093-5791-48B5-9034-7D6EEB61F8F2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Data and incident reports stay fragmented</a:t>
          </a:r>
        </a:p>
      </dsp:txBody>
      <dsp:txXfrm>
        <a:off x="0" y="3689859"/>
        <a:ext cx="6900512" cy="18435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CBDB73-9C53-4730-8CE2-A2D39D1D6E54}">
      <dsp:nvSpPr>
        <dsp:cNvPr id="0" name=""/>
        <dsp:cNvSpPr/>
      </dsp:nvSpPr>
      <dsp:spPr>
        <a:xfrm>
          <a:off x="205509" y="1388865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17CD37-B2BD-479F-9679-27B2C95F7E27}">
      <dsp:nvSpPr>
        <dsp:cNvPr id="0" name=""/>
        <dsp:cNvSpPr/>
      </dsp:nvSpPr>
      <dsp:spPr>
        <a:xfrm>
          <a:off x="396960" y="1580317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A2791D-063A-4B39-AFB7-A0EF9BAE7B55}">
      <dsp:nvSpPr>
        <dsp:cNvPr id="0" name=""/>
        <dsp:cNvSpPr/>
      </dsp:nvSpPr>
      <dsp:spPr>
        <a:xfrm>
          <a:off x="1312541" y="13888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Employees might not understand principles of a just culture</a:t>
          </a:r>
        </a:p>
      </dsp:txBody>
      <dsp:txXfrm>
        <a:off x="1312541" y="1388865"/>
        <a:ext cx="2148945" cy="911674"/>
      </dsp:txXfrm>
    </dsp:sp>
    <dsp:sp modelId="{F04B5959-F5D9-4E75-B2B2-DAFC35DC55CB}">
      <dsp:nvSpPr>
        <dsp:cNvPr id="0" name=""/>
        <dsp:cNvSpPr/>
      </dsp:nvSpPr>
      <dsp:spPr>
        <a:xfrm>
          <a:off x="3835925" y="1388865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B02670-5519-484E-B85F-EC510F866DED}">
      <dsp:nvSpPr>
        <dsp:cNvPr id="0" name=""/>
        <dsp:cNvSpPr/>
      </dsp:nvSpPr>
      <dsp:spPr>
        <a:xfrm>
          <a:off x="4027376" y="1580317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593A6-A54C-43B6-936D-484EDCB05E64}">
      <dsp:nvSpPr>
        <dsp:cNvPr id="0" name=""/>
        <dsp:cNvSpPr/>
      </dsp:nvSpPr>
      <dsp:spPr>
        <a:xfrm>
          <a:off x="4942957" y="13888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Requires education on accountabiltiy vs. Blame</a:t>
          </a:r>
        </a:p>
      </dsp:txBody>
      <dsp:txXfrm>
        <a:off x="4942957" y="1388865"/>
        <a:ext cx="2148945" cy="911674"/>
      </dsp:txXfrm>
    </dsp:sp>
    <dsp:sp modelId="{86E0C5E7-75FF-4CEE-9FE8-DCB2A8321531}">
      <dsp:nvSpPr>
        <dsp:cNvPr id="0" name=""/>
        <dsp:cNvSpPr/>
      </dsp:nvSpPr>
      <dsp:spPr>
        <a:xfrm>
          <a:off x="7466341" y="1388865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ACCD12-DFE6-41C5-BBEB-FF5862F4738C}">
      <dsp:nvSpPr>
        <dsp:cNvPr id="0" name=""/>
        <dsp:cNvSpPr/>
      </dsp:nvSpPr>
      <dsp:spPr>
        <a:xfrm>
          <a:off x="7657792" y="1580317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163C5E-C2B2-48BF-9279-9E84CC5753D4}">
      <dsp:nvSpPr>
        <dsp:cNvPr id="0" name=""/>
        <dsp:cNvSpPr/>
      </dsp:nvSpPr>
      <dsp:spPr>
        <a:xfrm>
          <a:off x="8573374" y="13888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Training gaps can undermine culture chagne</a:t>
          </a:r>
        </a:p>
      </dsp:txBody>
      <dsp:txXfrm>
        <a:off x="8573374" y="1388865"/>
        <a:ext cx="2148945" cy="911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uccess.atlassian.com/solution-paths/solution-guides/devops-solution-overview-guide/devops-the-challenges" TargetMode="External"/><Relationship Id="rId2" Type="http://schemas.openxmlformats.org/officeDocument/2006/relationships/hyperlink" Target="https://www.jalasoft.com/blog/devops-challenges-companies-face-and-what-you-can-d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Establishing a Just, Learning Culture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8228" y="5625811"/>
            <a:ext cx="8578699" cy="85118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Cameron Mendez</a:t>
            </a:r>
          </a:p>
          <a:p>
            <a:pPr algn="l"/>
            <a:r>
              <a:rPr lang="en-US" sz="1400">
                <a:solidFill>
                  <a:srgbClr val="FFFFFF"/>
                </a:solidFill>
              </a:rPr>
              <a:t>03/01/2026</a:t>
            </a:r>
          </a:p>
          <a:p>
            <a:pPr algn="l"/>
            <a:r>
              <a:rPr lang="en-US" sz="1400">
                <a:solidFill>
                  <a:srgbClr val="FFFFFF"/>
                </a:solidFill>
              </a:rPr>
              <a:t>Module-9.2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449DB-E933-7D78-1422-88BBE0971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is a Just Culture?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48A740-BB1B-ED99-13F3-8B78A90D2D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819747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8721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F6C417-6EAF-492E-143A-346531314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Challenge I: Resistance to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51D1E-DCC4-5529-511E-F97D8C74B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Individuals and teams may fear loss of control</a:t>
            </a:r>
          </a:p>
          <a:p>
            <a:r>
              <a:rPr lang="en-US" sz="2000"/>
              <a:t>Managers may distrust new accountability models</a:t>
            </a:r>
          </a:p>
          <a:p>
            <a:r>
              <a:rPr lang="en-US" sz="2000"/>
              <a:t>Traditional command-and-control cultures resist reform</a:t>
            </a:r>
          </a:p>
        </p:txBody>
      </p:sp>
      <p:pic>
        <p:nvPicPr>
          <p:cNvPr id="5" name="Picture 4" descr="Colorful carved figures of humans">
            <a:extLst>
              <a:ext uri="{FF2B5EF4-FFF2-40B4-BE49-F238E27FC236}">
                <a16:creationId xmlns:a16="http://schemas.microsoft.com/office/drawing/2014/main" id="{FC6D2B19-9EE4-69C7-25F0-D9442B52C4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05" r="17893" b="-1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40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F54AC6-18D2-B43A-BDA5-32788D9E7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Challenge II: Lack of Leadership Buy-In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A26CC5-B6A3-839C-E06F-17182CE155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148190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9394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FCCFC-38A7-F293-60A4-9A7D250EF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200"/>
              <a:t>Challenge III: Organizational Silos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308DDE-991F-6CDD-97BB-220DBB8FDD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410736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5225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2CB06-2609-5C4C-127C-2B574EBAB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Challenge IV: Fear of Reprecussion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1E78E-9AF0-0FEC-46AA-E1EFAC760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Employees worry errors = punishment</a:t>
            </a:r>
          </a:p>
          <a:p>
            <a:r>
              <a:rPr lang="en-US" sz="2000"/>
              <a:t>This leads to under-reporting of issues</a:t>
            </a:r>
          </a:p>
          <a:p>
            <a:r>
              <a:rPr lang="en-US" sz="2000"/>
              <a:t>Just culture requires psychological safety</a:t>
            </a:r>
          </a:p>
        </p:txBody>
      </p:sp>
      <p:pic>
        <p:nvPicPr>
          <p:cNvPr id="5" name="Picture 4" descr="One in a crowd">
            <a:extLst>
              <a:ext uri="{FF2B5EF4-FFF2-40B4-BE49-F238E27FC236}">
                <a16:creationId xmlns:a16="http://schemas.microsoft.com/office/drawing/2014/main" id="{251C0EA2-7AFC-5C81-2FCF-0FD15EDED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17" r="17241" b="2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883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A754D-5137-C242-F2A0-20CFA046F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Challenge V: Insufficient Training &amp; Understanding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D69BC8-5207-70C8-8AC5-1D6E099D96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839845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6554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595B69-2F21-3977-6311-49897F6FE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Challenge VI: Legacy Processes &amp;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12AA9-FCCA-0A70-7EF1-2CE291F06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Existing processes may not support feedback loops</a:t>
            </a:r>
          </a:p>
          <a:p>
            <a:r>
              <a:rPr lang="en-US" sz="2000"/>
              <a:t>Tools focused on control rather than collaboration</a:t>
            </a:r>
          </a:p>
          <a:p>
            <a:r>
              <a:rPr lang="en-US" sz="2000"/>
              <a:t>Adapting tools to encourage learning is difficult</a:t>
            </a:r>
          </a:p>
        </p:txBody>
      </p:sp>
      <p:pic>
        <p:nvPicPr>
          <p:cNvPr id="5" name="Picture 4" descr="D-I-Y tools and crafts">
            <a:extLst>
              <a:ext uri="{FF2B5EF4-FFF2-40B4-BE49-F238E27FC236}">
                <a16:creationId xmlns:a16="http://schemas.microsoft.com/office/drawing/2014/main" id="{002E3D70-D5DF-D09A-3CD1-CC813D4CFE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687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96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reaking Down Barriers: Realising a Just Culture in Healthcare Organisations">
            <a:extLst>
              <a:ext uri="{FF2B5EF4-FFF2-40B4-BE49-F238E27FC236}">
                <a16:creationId xmlns:a16="http://schemas.microsoft.com/office/drawing/2014/main" id="{C8D29BED-1D19-C8AC-C86D-B80530836C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2" r="13964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77E347-563F-36CD-8EB3-DBE844DD6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Overcoming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E85B5-B95B-B028-F179-4F7BEEE93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Build leadership sponsorship and role modeling</a:t>
            </a:r>
          </a:p>
          <a:p>
            <a:r>
              <a:rPr lang="en-US" sz="2000"/>
              <a:t>Break down silos through cross-team collaboration</a:t>
            </a:r>
          </a:p>
          <a:p>
            <a:r>
              <a:rPr lang="en-US" sz="2000"/>
              <a:t>Train all employees on just culture principles</a:t>
            </a:r>
          </a:p>
          <a:p>
            <a:r>
              <a:rPr lang="en-US" sz="2000"/>
              <a:t>Align Processes and tools with transparency and learning</a:t>
            </a:r>
          </a:p>
        </p:txBody>
      </p:sp>
    </p:spTree>
    <p:extLst>
      <p:ext uri="{BB962C8B-B14F-4D97-AF65-F5344CB8AC3E}">
        <p14:creationId xmlns:p14="http://schemas.microsoft.com/office/powerpoint/2010/main" val="646082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E808EB-294D-5327-431D-33C24F927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2968A-8142-A158-506A-F8520B790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err="1">
                <a:ea typeface="+mn-lt"/>
                <a:cs typeface="+mn-lt"/>
              </a:rPr>
              <a:t>Jalasoft</a:t>
            </a:r>
            <a:r>
              <a:rPr lang="en-US" sz="2200">
                <a:ea typeface="+mn-lt"/>
                <a:cs typeface="+mn-lt"/>
              </a:rPr>
              <a:t>. (n.d.). </a:t>
            </a:r>
            <a:r>
              <a:rPr lang="en-US" sz="2200" i="1">
                <a:ea typeface="+mn-lt"/>
                <a:cs typeface="+mn-lt"/>
              </a:rPr>
              <a:t>DevOps challenges companies face and what you can do.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>
                <a:ea typeface="+mn-lt"/>
                <a:cs typeface="+mn-lt"/>
                <a:hlinkClick r:id="rId2"/>
              </a:rPr>
              <a:t>https://www.jalasoft.com/blog/devops-challenges-companies-face-and-what-you-can-do</a:t>
            </a:r>
            <a:endParaRPr lang="en-US" sz="2200">
              <a:ea typeface="+mn-lt"/>
              <a:cs typeface="+mn-lt"/>
            </a:endParaRP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Atlassian. (n.d.). </a:t>
            </a:r>
            <a:r>
              <a:rPr lang="en-US" sz="2200" i="1">
                <a:ea typeface="+mn-lt"/>
                <a:cs typeface="+mn-lt"/>
              </a:rPr>
              <a:t>DevOps: The challenges.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>
                <a:ea typeface="+mn-lt"/>
                <a:cs typeface="+mn-lt"/>
                <a:hlinkClick r:id="rId3"/>
              </a:rPr>
              <a:t>https://success.atlassian.com/solution-paths/solution-guides/devops-solution-overview-guide/devops-the-challenges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4015956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Establishing a Just, Learning Culture</vt:lpstr>
      <vt:lpstr>What is a Just Culture?</vt:lpstr>
      <vt:lpstr>Challenge I: Resistance to Change</vt:lpstr>
      <vt:lpstr>Challenge II: Lack of Leadership Buy-In</vt:lpstr>
      <vt:lpstr>Challenge III: Organizational Silos</vt:lpstr>
      <vt:lpstr>Challenge IV: Fear of Reprecussion</vt:lpstr>
      <vt:lpstr>Challenge V: Insufficient Training &amp; Understanding</vt:lpstr>
      <vt:lpstr>Challenge VI: Legacy Processes &amp; Tools</vt:lpstr>
      <vt:lpstr>Overcoming Challenges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143</cp:revision>
  <dcterms:created xsi:type="dcterms:W3CDTF">2026-03-01T16:41:55Z</dcterms:created>
  <dcterms:modified xsi:type="dcterms:W3CDTF">2026-03-01T17:45:40Z</dcterms:modified>
</cp:coreProperties>
</file>